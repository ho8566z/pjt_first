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Obsidian Shield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기반 스마트 출입 통제 및 관제 시스템</a:t>
            </a:r>
          </a:p>
          <a:p>
            <a:r>
              <a:t>기능 명세서 (교수님 제출용)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얼굴 인식 기반 출입 통제</a:t>
            </a:r>
          </a:p>
          <a:p>
            <a:r>
              <a:t>• 비인가 접근 탐지</a:t>
            </a:r>
          </a:p>
          <a:p>
            <a:r>
              <a:t>• 실시간 관제 및 이벤트 관리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기존 출입 통제의 한계</a:t>
            </a:r>
          </a:p>
          <a:p>
            <a:r>
              <a:t>• 수동 감시 의존</a:t>
            </a:r>
          </a:p>
          <a:p>
            <a:r>
              <a:t>• 신원 확인의 비효율성</a:t>
            </a:r>
          </a:p>
          <a:p>
            <a:r>
              <a:t>• 보안 사각지대 발생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실시간 인원 식별</a:t>
            </a:r>
          </a:p>
          <a:p>
            <a:r>
              <a:t>• 위험 상황 자동 감지</a:t>
            </a:r>
          </a:p>
          <a:p>
            <a:r>
              <a:t>• 관제 자동화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시스템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ESP32-CAM → Flask → YOLOv8 → InsightFace → 권한판단 → 로그/알림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 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실시간 영상 스트리밍</a:t>
            </a:r>
          </a:p>
          <a:p>
            <a:r>
              <a:t>사람 탐지(YOLOv8)</a:t>
            </a:r>
          </a:p>
          <a:p>
            <a:r>
              <a:t>객체 추적(ByteTrack)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 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얼굴 인식</a:t>
            </a:r>
          </a:p>
          <a:p>
            <a:r>
              <a:t>신원 등록</a:t>
            </a:r>
          </a:p>
          <a:p>
            <a:r>
              <a:t>접근 권한 관리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 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비인가 접근 감지</a:t>
            </a:r>
          </a:p>
          <a:p>
            <a:r>
              <a:t>Danger Zone 감시</a:t>
            </a:r>
          </a:p>
          <a:p>
            <a:r>
              <a:t>실시간 알림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기능 명세서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F-001 실시간 스트리밍</a:t>
            </a:r>
          </a:p>
          <a:p>
            <a:r>
              <a:t>F-002 사람 탐지</a:t>
            </a:r>
          </a:p>
          <a:p>
            <a:r>
              <a:t>F-003 객체 추적</a:t>
            </a:r>
          </a:p>
          <a:p>
            <a:r>
              <a:t>F-004 얼굴 인식</a:t>
            </a:r>
          </a:p>
          <a:p>
            <a:r>
              <a:t>F-005 신원 등록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기능 명세서(계속)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F-006 권한 관리</a:t>
            </a:r>
          </a:p>
          <a:p>
            <a:r>
              <a:t>F-007 비인가 접근 감지</a:t>
            </a:r>
          </a:p>
          <a:p>
            <a:r>
              <a:t>F-008 Danger Zone</a:t>
            </a:r>
          </a:p>
          <a:p>
            <a:r>
              <a:t>F-009 임시 출입 허용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사용자 시나리오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사용자가 카메라에 등장</a:t>
            </a:r>
          </a:p>
          <a:p>
            <a:r>
              <a:t>2. 사람 탐지</a:t>
            </a:r>
          </a:p>
          <a:p>
            <a:r>
              <a:t>3. 얼굴 인식</a:t>
            </a:r>
          </a:p>
          <a:p>
            <a:r>
              <a:t>4. 권한 확인</a:t>
            </a:r>
          </a:p>
          <a:p>
            <a:r>
              <a:t>5. 출입 허용 또는 경고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예외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얼굴 미검출</a:t>
            </a:r>
          </a:p>
          <a:p>
            <a:r>
              <a:t>• 카메라 연결 실패</a:t>
            </a:r>
          </a:p>
          <a:p>
            <a:r>
              <a:t>• 네트워크 장애</a:t>
            </a:r>
          </a:p>
          <a:p>
            <a:r>
              <a:t>• 미등록 사용자 감지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사용자 정보</a:t>
            </a:r>
          </a:p>
          <a:p>
            <a:r>
              <a:t>얼굴 임베딩</a:t>
            </a:r>
          </a:p>
          <a:p>
            <a:r>
              <a:t>접근 기록</a:t>
            </a:r>
          </a:p>
          <a:p>
            <a:r>
              <a:t>이벤트 로그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화면 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메인 관제 화면</a:t>
            </a:r>
          </a:p>
          <a:p>
            <a:r>
              <a:t>신원 등록 화면</a:t>
            </a:r>
          </a:p>
          <a:p>
            <a:r>
              <a:t>로그 조회 화면</a:t>
            </a:r>
          </a:p>
          <a:p>
            <a:r>
              <a:t>이벤트 관리 화면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개발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1차: 탐지·인식</a:t>
            </a:r>
          </a:p>
          <a:p>
            <a:r>
              <a:t>2차: 로그·관리자 기능</a:t>
            </a:r>
          </a:p>
          <a:p>
            <a:r>
              <a:t>3차: 알림·고도화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보안 강화</a:t>
            </a:r>
          </a:p>
          <a:p>
            <a:r>
              <a:t>관리 비용 절감</a:t>
            </a:r>
          </a:p>
          <a:p>
            <a:r>
              <a:t>자동화된 출입 관리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향후 개발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Liveness Detection</a:t>
            </a:r>
          </a:p>
          <a:p>
            <a:r>
              <a:t>Discord 연동</a:t>
            </a:r>
          </a:p>
          <a:p>
            <a:r>
              <a:t>딥페이크 대응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기반 관제 시스템으로 안전하고 효율적인 출입 통제 환경 구축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