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80" r:id="rId2"/>
  </p:sldIdLst>
  <p:sldSz cx="12192000" cy="6858000"/>
  <p:notesSz cx="6858000" cy="9144000"/>
  <p:embeddedFontLst>
    <p:embeddedFont>
      <p:font typeface="Calibri" panose="020F0502020204030204" pitchFamily="34" charset="0"/>
      <p:regular r:id="rId4"/>
      <p:bold r:id="rId5"/>
      <p:italic r:id="rId6"/>
      <p:boldItalic r:id="rId7"/>
    </p:embeddedFont>
    <p:embeddedFont>
      <p:font typeface="나눔스퀘어_ac Bold" panose="020B0600000101010101" pitchFamily="50" charset="-127"/>
      <p:bold r:id="rId8"/>
    </p:embeddedFont>
    <p:embeddedFont>
      <p:font typeface="Poppins Black" panose="020B0600000101010101" charset="0"/>
      <p:bold r:id="rId9"/>
      <p:boldItalic r:id="rId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43F0"/>
    <a:srgbClr val="B9D0EE"/>
    <a:srgbClr val="254061"/>
    <a:srgbClr val="F5F5F5"/>
    <a:srgbClr val="D3E8FD"/>
    <a:srgbClr val="FFFFFF"/>
    <a:srgbClr val="CAE2F7"/>
    <a:srgbClr val="25A7FF"/>
    <a:srgbClr val="F4F9FE"/>
    <a:srgbClr val="F7F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129593-B734-4C85-9C7D-A55B29953C11}" v="140" dt="2026-07-14T14:30:42.095"/>
    <p1510:client id="{B739DA07-CC4F-4792-A8DC-AA79F63479ED}" v="2957" dt="2026-07-14T16:09:22.4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077" autoAdjust="0"/>
  </p:normalViewPr>
  <p:slideViewPr>
    <p:cSldViewPr snapToGrid="0">
      <p:cViewPr>
        <p:scale>
          <a:sx n="100" d="100"/>
          <a:sy n="100" d="100"/>
        </p:scale>
        <p:origin x="954" y="27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font" Target="fonts/font2.fntdata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513826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84;p13" descr="image.png"/>
          <p:cNvPicPr preferRelativeResize="0"/>
          <p:nvPr userDrawn="1"/>
        </p:nvPicPr>
        <p:blipFill rotWithShape="1">
          <a:blip r:embed="rId11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개체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9835201"/>
              </p:ext>
            </p:extLst>
          </p:nvPr>
        </p:nvGraphicFramePr>
        <p:xfrm>
          <a:off x="606638" y="1375321"/>
          <a:ext cx="10975149" cy="48254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" name="워크시트" r:id="rId4" imgW="10420502" imgH="4581648" progId="Excel.Sheet.12">
                  <p:embed/>
                </p:oleObj>
              </mc:Choice>
              <mc:Fallback>
                <p:oleObj name="워크시트" r:id="rId4" imgW="10420502" imgH="4581648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06638" y="1375321"/>
                        <a:ext cx="10975149" cy="48254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" name="Google Shape;179;p16"/>
          <p:cNvSpPr txBox="1"/>
          <p:nvPr/>
        </p:nvSpPr>
        <p:spPr>
          <a:xfrm>
            <a:off x="771525" y="581025"/>
            <a:ext cx="11181397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altLang="ko-KR" sz="2850" b="1" dirty="0" smtClean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05   </a:t>
            </a:r>
            <a:r>
              <a:rPr lang="ko-KR" altLang="en-US" sz="2850" b="1" dirty="0" smtClean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개발 </a:t>
            </a:r>
            <a:r>
              <a:rPr lang="ko-KR" altLang="en-US" sz="2850" b="1" dirty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일정</a:t>
            </a:r>
            <a:r>
              <a:rPr lang="en-US" altLang="ko-KR" sz="2850" b="1" dirty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(WBS)</a:t>
            </a:r>
            <a:endParaRPr lang="ko-KR" altLang="en-US" sz="2850" b="1" dirty="0">
              <a:solidFill>
                <a:srgbClr val="0F172A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Poppins Black"/>
            </a:endParaRPr>
          </a:p>
        </p:txBody>
      </p:sp>
      <p:cxnSp>
        <p:nvCxnSpPr>
          <p:cNvPr id="50" name="직선 연결선 49"/>
          <p:cNvCxnSpPr/>
          <p:nvPr/>
        </p:nvCxnSpPr>
        <p:spPr>
          <a:xfrm flipV="1">
            <a:off x="606641" y="1145219"/>
            <a:ext cx="10979123" cy="9327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0199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481</TotalTime>
  <Words>6</Words>
  <Application>Microsoft Office PowerPoint</Application>
  <PresentationFormat>와이드스크린</PresentationFormat>
  <Paragraphs>1</Paragraphs>
  <Slides>1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Arial</vt:lpstr>
      <vt:lpstr>Calibri</vt:lpstr>
      <vt:lpstr>나눔스퀘어_ac Bold</vt:lpstr>
      <vt:lpstr>Poppins Black</vt:lpstr>
      <vt:lpstr>Office Theme</vt:lpstr>
      <vt:lpstr>Microsoft Excel 워크시트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DW</dc:creator>
  <cp:lastModifiedBy>DW</cp:lastModifiedBy>
  <cp:revision>509</cp:revision>
  <dcterms:modified xsi:type="dcterms:W3CDTF">2026-07-16T08:22:33Z</dcterms:modified>
</cp:coreProperties>
</file>