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68" r:id="rId2"/>
    <p:sldId id="269" r:id="rId3"/>
    <p:sldId id="270" r:id="rId4"/>
  </p:sldIdLst>
  <p:sldSz cx="12192000" cy="6858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나눔스퀘어_ac Bold" panose="020B0600000101010101" pitchFamily="50" charset="-127"/>
      <p:bold r:id="rId10"/>
    </p:embeddedFont>
    <p:embeddedFont>
      <p:font typeface="맑은 고딕" panose="020B0503020000020004" pitchFamily="50" charset="-127"/>
      <p:regular r:id="rId11"/>
      <p:bold r:id="rId12"/>
    </p:embeddedFont>
    <p:embeddedFont>
      <p:font typeface="Poppins Black" panose="020B0600000101010101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3F0"/>
    <a:srgbClr val="B9D0EE"/>
    <a:srgbClr val="254061"/>
    <a:srgbClr val="F5F5F5"/>
    <a:srgbClr val="D3E8FD"/>
    <a:srgbClr val="FFFFFF"/>
    <a:srgbClr val="CAE2F7"/>
    <a:srgbClr val="25A7FF"/>
    <a:srgbClr val="F4F9FE"/>
    <a:srgbClr val="F7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077" autoAdjust="0"/>
  </p:normalViewPr>
  <p:slideViewPr>
    <p:cSldViewPr snapToGrid="0">
      <p:cViewPr>
        <p:scale>
          <a:sx n="100" d="100"/>
          <a:sy n="100" d="100"/>
        </p:scale>
        <p:origin x="954" y="4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568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1898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20"/>
          <p:cNvSpPr>
            <a:spLocks noChangeAspect="1"/>
          </p:cNvSpPr>
          <p:nvPr/>
        </p:nvSpPr>
        <p:spPr>
          <a:xfrm>
            <a:off x="6367128" y="3911229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31" name="TextBox 30"/>
          <p:cNvSpPr txBox="1"/>
          <p:nvPr/>
        </p:nvSpPr>
        <p:spPr>
          <a:xfrm>
            <a:off x="6564687" y="5007621"/>
            <a:ext cx="1152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i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기반</a:t>
            </a:r>
            <a:endParaRPr lang="en-US" altLang="ko-KR" i="1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의사결정 지원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25" t="17813" r="2500" b="71875"/>
          <a:stretch/>
        </p:blipFill>
        <p:spPr>
          <a:xfrm>
            <a:off x="6622421" y="3958016"/>
            <a:ext cx="1037414" cy="1078218"/>
          </a:xfrm>
          <a:prstGeom prst="rect">
            <a:avLst/>
          </a:prstGeom>
        </p:spPr>
      </p:pic>
      <p:sp>
        <p:nvSpPr>
          <p:cNvPr id="72" name="Shape 20"/>
          <p:cNvSpPr>
            <a:spLocks noChangeAspect="1"/>
          </p:cNvSpPr>
          <p:nvPr/>
        </p:nvSpPr>
        <p:spPr>
          <a:xfrm>
            <a:off x="8073799" y="3910417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3" name="Shape 20"/>
          <p:cNvSpPr>
            <a:spLocks noChangeAspect="1"/>
          </p:cNvSpPr>
          <p:nvPr/>
        </p:nvSpPr>
        <p:spPr>
          <a:xfrm>
            <a:off x="9780470" y="390530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3" name="Shape 20"/>
          <p:cNvSpPr>
            <a:spLocks noChangeAspect="1"/>
          </p:cNvSpPr>
          <p:nvPr/>
        </p:nvSpPr>
        <p:spPr>
          <a:xfrm>
            <a:off x="6367128" y="206673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4" name="Shape 20"/>
          <p:cNvSpPr>
            <a:spLocks noChangeAspect="1"/>
          </p:cNvSpPr>
          <p:nvPr/>
        </p:nvSpPr>
        <p:spPr>
          <a:xfrm>
            <a:off x="8073799" y="2065920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5" name="Shape 20"/>
          <p:cNvSpPr>
            <a:spLocks noChangeAspect="1"/>
          </p:cNvSpPr>
          <p:nvPr/>
        </p:nvSpPr>
        <p:spPr>
          <a:xfrm>
            <a:off x="9780470" y="2060805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1" name="Shape 20"/>
          <p:cNvSpPr>
            <a:spLocks noChangeAspect="1"/>
          </p:cNvSpPr>
          <p:nvPr/>
        </p:nvSpPr>
        <p:spPr>
          <a:xfrm>
            <a:off x="1588198" y="3868530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1" name="TextBox 20"/>
          <p:cNvSpPr txBox="1"/>
          <p:nvPr/>
        </p:nvSpPr>
        <p:spPr>
          <a:xfrm>
            <a:off x="1894260" y="5048114"/>
            <a:ext cx="104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대규모 행사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및 시설 보안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0" name="Shape 20"/>
          <p:cNvSpPr>
            <a:spLocks noChangeAspect="1"/>
          </p:cNvSpPr>
          <p:nvPr/>
        </p:nvSpPr>
        <p:spPr>
          <a:xfrm>
            <a:off x="3436855" y="3868530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8" t="17813" r="18437" b="71875"/>
          <a:stretch/>
        </p:blipFill>
        <p:spPr>
          <a:xfrm>
            <a:off x="10035762" y="3983216"/>
            <a:ext cx="1037414" cy="107821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t="24844" r="61875" b="66250"/>
          <a:stretch/>
        </p:blipFill>
        <p:spPr>
          <a:xfrm>
            <a:off x="1785560" y="3936971"/>
            <a:ext cx="1261277" cy="113212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13" t="23906" r="52812" b="65781"/>
          <a:stretch/>
        </p:blipFill>
        <p:spPr>
          <a:xfrm>
            <a:off x="3723601" y="3936971"/>
            <a:ext cx="1089285" cy="113212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54" t="17813" r="42500" b="71973"/>
          <a:stretch/>
        </p:blipFill>
        <p:spPr>
          <a:xfrm>
            <a:off x="6632389" y="2113519"/>
            <a:ext cx="1012475" cy="107821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86" t="17716" r="34651" b="71874"/>
          <a:stretch/>
        </p:blipFill>
        <p:spPr>
          <a:xfrm>
            <a:off x="8357009" y="2113519"/>
            <a:ext cx="980970" cy="107821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19" t="18073" r="26406" b="71614"/>
          <a:stretch/>
        </p:blipFill>
        <p:spPr>
          <a:xfrm>
            <a:off x="10035763" y="2136840"/>
            <a:ext cx="1037414" cy="107821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12" t="17813" r="10625" b="71875"/>
          <a:stretch/>
        </p:blipFill>
        <p:spPr>
          <a:xfrm>
            <a:off x="8352669" y="3955413"/>
            <a:ext cx="990260" cy="1078218"/>
          </a:xfrm>
          <a:prstGeom prst="rect">
            <a:avLst/>
          </a:prstGeom>
        </p:spPr>
      </p:pic>
      <p:sp>
        <p:nvSpPr>
          <p:cNvPr id="51" name="Shape 20"/>
          <p:cNvSpPr>
            <a:spLocks noChangeAspect="1"/>
          </p:cNvSpPr>
          <p:nvPr/>
        </p:nvSpPr>
        <p:spPr>
          <a:xfrm>
            <a:off x="671809" y="2089379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" t="23906" r="89688" b="65313"/>
          <a:stretch/>
        </p:blipFill>
        <p:spPr>
          <a:xfrm>
            <a:off x="926032" y="2174940"/>
            <a:ext cx="1136646" cy="11321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2927" y="3256269"/>
            <a:ext cx="99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i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관제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2" name="Shape 20"/>
          <p:cNvSpPr>
            <a:spLocks noChangeAspect="1"/>
          </p:cNvSpPr>
          <p:nvPr/>
        </p:nvSpPr>
        <p:spPr>
          <a:xfrm>
            <a:off x="2511103" y="2082732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8" t="24844" r="79374" b="65312"/>
          <a:stretch/>
        </p:blipFill>
        <p:spPr>
          <a:xfrm>
            <a:off x="2636988" y="2193155"/>
            <a:ext cx="1400512" cy="11321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37498" y="3250825"/>
            <a:ext cx="99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재난</a:t>
            </a:r>
            <a:r>
              <a:rPr lang="en-US" altLang="ko-KR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재해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실종자 수색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1577" y="5050263"/>
            <a:ext cx="1152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국가 및 국방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중요시설 </a:t>
            </a:r>
            <a:r>
              <a:rPr lang="ko-KR" altLang="en-US" i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보안</a:t>
            </a:r>
            <a:endParaRPr lang="ko-KR" altLang="en-US" i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19190" y="3163125"/>
            <a:ext cx="104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i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신속한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대상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식별 및 대응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26379" y="3191737"/>
            <a:ext cx="845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관제 업무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i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자동화</a:t>
            </a:r>
            <a:endParaRPr lang="ko-KR" altLang="en-US" i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4974" y="3163125"/>
            <a:ext cx="99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수색 효율성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강화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47689" y="5033631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운영비용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절감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54359" y="5007621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공공안전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강화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606236" y="1380505"/>
            <a:ext cx="125056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활용방안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6104182" y="1366716"/>
            <a:ext cx="125056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기대효과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hape 20"/>
          <p:cNvSpPr>
            <a:spLocks noChangeAspect="1"/>
          </p:cNvSpPr>
          <p:nvPr/>
        </p:nvSpPr>
        <p:spPr>
          <a:xfrm>
            <a:off x="4365485" y="2084840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7" t="23906" r="70625" b="65781"/>
          <a:stretch/>
        </p:blipFill>
        <p:spPr>
          <a:xfrm>
            <a:off x="4622343" y="2177855"/>
            <a:ext cx="1138798" cy="113212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717643" y="3251888"/>
            <a:ext cx="954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스마트시티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통합 관제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Google Shape;179;p16"/>
          <p:cNvSpPr txBox="1"/>
          <p:nvPr/>
        </p:nvSpPr>
        <p:spPr>
          <a:xfrm>
            <a:off x="771526" y="581025"/>
            <a:ext cx="373996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05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활용방안 및 기대효과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</p:spTree>
    <p:extLst>
      <p:ext uri="{BB962C8B-B14F-4D97-AF65-F5344CB8AC3E}">
        <p14:creationId xmlns:p14="http://schemas.microsoft.com/office/powerpoint/2010/main" val="88167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20"/>
          <p:cNvSpPr>
            <a:spLocks noChangeAspect="1"/>
          </p:cNvSpPr>
          <p:nvPr/>
        </p:nvSpPr>
        <p:spPr>
          <a:xfrm>
            <a:off x="4304957" y="205486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7" name="Shape 20"/>
          <p:cNvSpPr>
            <a:spLocks noChangeAspect="1"/>
          </p:cNvSpPr>
          <p:nvPr/>
        </p:nvSpPr>
        <p:spPr>
          <a:xfrm>
            <a:off x="888702" y="205486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8" name="Shape 20"/>
          <p:cNvSpPr>
            <a:spLocks noChangeAspect="1"/>
          </p:cNvSpPr>
          <p:nvPr/>
        </p:nvSpPr>
        <p:spPr>
          <a:xfrm>
            <a:off x="696013" y="3173761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9" name="Shape 20"/>
          <p:cNvSpPr>
            <a:spLocks noChangeAspect="1"/>
          </p:cNvSpPr>
          <p:nvPr/>
        </p:nvSpPr>
        <p:spPr>
          <a:xfrm>
            <a:off x="4469554" y="3173761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0" name="Shape 20"/>
          <p:cNvSpPr>
            <a:spLocks noChangeAspect="1"/>
          </p:cNvSpPr>
          <p:nvPr/>
        </p:nvSpPr>
        <p:spPr>
          <a:xfrm>
            <a:off x="4343360" y="429038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1" name="Shape 20"/>
          <p:cNvSpPr>
            <a:spLocks noChangeAspect="1"/>
          </p:cNvSpPr>
          <p:nvPr/>
        </p:nvSpPr>
        <p:spPr>
          <a:xfrm>
            <a:off x="875597" y="429038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2" name="Shape 20"/>
          <p:cNvSpPr>
            <a:spLocks noChangeAspect="1"/>
          </p:cNvSpPr>
          <p:nvPr/>
        </p:nvSpPr>
        <p:spPr>
          <a:xfrm>
            <a:off x="2581017" y="4853770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1" name="Shape 20"/>
          <p:cNvSpPr>
            <a:spLocks noChangeAspect="1"/>
          </p:cNvSpPr>
          <p:nvPr/>
        </p:nvSpPr>
        <p:spPr>
          <a:xfrm>
            <a:off x="9780470" y="390530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9" t="55313" r="4375" b="34375"/>
          <a:stretch/>
        </p:blipFill>
        <p:spPr>
          <a:xfrm>
            <a:off x="10056051" y="3995805"/>
            <a:ext cx="996836" cy="1069774"/>
          </a:xfrm>
          <a:prstGeom prst="rect">
            <a:avLst/>
          </a:prstGeom>
        </p:spPr>
      </p:pic>
      <p:sp>
        <p:nvSpPr>
          <p:cNvPr id="69" name="Shape 20"/>
          <p:cNvSpPr>
            <a:spLocks noChangeAspect="1"/>
          </p:cNvSpPr>
          <p:nvPr/>
        </p:nvSpPr>
        <p:spPr>
          <a:xfrm>
            <a:off x="6367128" y="3911229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0" name="Shape 20"/>
          <p:cNvSpPr>
            <a:spLocks noChangeAspect="1"/>
          </p:cNvSpPr>
          <p:nvPr/>
        </p:nvSpPr>
        <p:spPr>
          <a:xfrm>
            <a:off x="8073799" y="3910417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2" name="Shape 20"/>
          <p:cNvSpPr>
            <a:spLocks noChangeAspect="1"/>
          </p:cNvSpPr>
          <p:nvPr/>
        </p:nvSpPr>
        <p:spPr>
          <a:xfrm>
            <a:off x="6367128" y="206673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3" name="Shape 20"/>
          <p:cNvSpPr>
            <a:spLocks noChangeAspect="1"/>
          </p:cNvSpPr>
          <p:nvPr/>
        </p:nvSpPr>
        <p:spPr>
          <a:xfrm>
            <a:off x="8073799" y="2065920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4" name="Shape 20"/>
          <p:cNvSpPr>
            <a:spLocks noChangeAspect="1"/>
          </p:cNvSpPr>
          <p:nvPr/>
        </p:nvSpPr>
        <p:spPr>
          <a:xfrm>
            <a:off x="9780470" y="2060805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82" t="55313" r="20156" b="34375"/>
          <a:stretch/>
        </p:blipFill>
        <p:spPr>
          <a:xfrm>
            <a:off x="6630554" y="3990626"/>
            <a:ext cx="1021147" cy="10697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4" t="55313" r="12344" b="34375"/>
          <a:stretch/>
        </p:blipFill>
        <p:spPr>
          <a:xfrm>
            <a:off x="8336920" y="3990626"/>
            <a:ext cx="1021147" cy="106977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32" t="55313" r="43594" b="34375"/>
          <a:stretch/>
        </p:blipFill>
        <p:spPr>
          <a:xfrm>
            <a:off x="6606241" y="2174457"/>
            <a:ext cx="1069774" cy="106977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44" t="55313" r="36094" b="34375"/>
          <a:stretch/>
        </p:blipFill>
        <p:spPr>
          <a:xfrm>
            <a:off x="8336920" y="2149173"/>
            <a:ext cx="1021147" cy="106977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57" t="55313" r="28281" b="34375"/>
          <a:stretch/>
        </p:blipFill>
        <p:spPr>
          <a:xfrm>
            <a:off x="10048878" y="2145125"/>
            <a:ext cx="1021147" cy="106977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18577" y="5121921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위치 추적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718576" y="3274734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통합 관제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320582" y="3280637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 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자동 탐지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131917" y="3280636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인식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48303" y="5121921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 알림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231304" y="5121921"/>
            <a:ext cx="6463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확장성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t="55449" r="91719" b="39395"/>
          <a:stretch/>
        </p:blipFill>
        <p:spPr>
          <a:xfrm>
            <a:off x="1007965" y="2146102"/>
            <a:ext cx="583513" cy="641865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19" t="55449" r="65156" b="39863"/>
          <a:stretch/>
        </p:blipFill>
        <p:spPr>
          <a:xfrm>
            <a:off x="4404042" y="2146102"/>
            <a:ext cx="641863" cy="641865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3" t="64356" r="62657" b="30488"/>
          <a:stretch/>
        </p:blipFill>
        <p:spPr>
          <a:xfrm>
            <a:off x="4669662" y="3280167"/>
            <a:ext cx="700216" cy="641865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" t="63887" r="93282" b="30488"/>
          <a:stretch/>
        </p:blipFill>
        <p:spPr>
          <a:xfrm>
            <a:off x="738785" y="3280167"/>
            <a:ext cx="641864" cy="641865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4" t="72324" r="91719" b="21582"/>
          <a:stretch/>
        </p:blipFill>
        <p:spPr>
          <a:xfrm>
            <a:off x="1031243" y="4384197"/>
            <a:ext cx="543115" cy="641865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4" t="73262" r="64844" b="22050"/>
          <a:stretch/>
        </p:blipFill>
        <p:spPr>
          <a:xfrm>
            <a:off x="4443198" y="4383337"/>
            <a:ext cx="577678" cy="641865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4" t="79356" r="78593" b="17363"/>
          <a:stretch/>
        </p:blipFill>
        <p:spPr>
          <a:xfrm>
            <a:off x="2681605" y="5055469"/>
            <a:ext cx="641864" cy="499228"/>
          </a:xfrm>
          <a:prstGeom prst="rect">
            <a:avLst/>
          </a:prstGeom>
        </p:spPr>
      </p:pic>
      <p:sp>
        <p:nvSpPr>
          <p:cNvPr id="29" name="타원 28"/>
          <p:cNvSpPr>
            <a:spLocks noChangeAspect="1"/>
          </p:cNvSpPr>
          <p:nvPr/>
        </p:nvSpPr>
        <p:spPr>
          <a:xfrm>
            <a:off x="2572495" y="2752318"/>
            <a:ext cx="1569002" cy="1569002"/>
          </a:xfrm>
          <a:prstGeom prst="ellipse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</a:t>
            </a:r>
          </a:p>
          <a:p>
            <a:pPr algn="ctr"/>
            <a:r>
              <a:rPr lang="ko-KR" altLang="en-US" sz="151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관제  시스템</a:t>
            </a:r>
            <a:endParaRPr lang="ko-KR" altLang="en-US" sz="151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606236" y="1380074"/>
            <a:ext cx="2366251" cy="377393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비즈니스 실무 확장성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6096628" y="1379642"/>
            <a:ext cx="2151137" cy="377393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산출물의 기대 효용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9" name="Google Shape;179;p16"/>
          <p:cNvSpPr txBox="1"/>
          <p:nvPr/>
        </p:nvSpPr>
        <p:spPr>
          <a:xfrm>
            <a:off x="771526" y="581025"/>
            <a:ext cx="373996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05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활용방안 및 기대효과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469554" y="2202824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재난관리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본부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640058" y="3319451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공항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항만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511485" y="4437211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민간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보안업체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752758" y="5000592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행사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운영사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33572" y="4544932"/>
            <a:ext cx="1344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군부대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38722" y="2202824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경찰청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지자체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57234" y="3319451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시티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48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20"/>
          <p:cNvSpPr>
            <a:spLocks/>
          </p:cNvSpPr>
          <p:nvPr/>
        </p:nvSpPr>
        <p:spPr>
          <a:xfrm>
            <a:off x="2865822" y="1361740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3" name="Shape 20"/>
          <p:cNvSpPr>
            <a:spLocks noChangeAspect="1"/>
          </p:cNvSpPr>
          <p:nvPr/>
        </p:nvSpPr>
        <p:spPr>
          <a:xfrm>
            <a:off x="3116787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47" name="Shape 20"/>
          <p:cNvSpPr>
            <a:spLocks/>
          </p:cNvSpPr>
          <p:nvPr/>
        </p:nvSpPr>
        <p:spPr>
          <a:xfrm>
            <a:off x="9641149" y="1375320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48" name="Shape 20"/>
          <p:cNvSpPr>
            <a:spLocks/>
          </p:cNvSpPr>
          <p:nvPr/>
        </p:nvSpPr>
        <p:spPr>
          <a:xfrm>
            <a:off x="624225" y="1375320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0" name="Shape 20"/>
          <p:cNvSpPr>
            <a:spLocks/>
          </p:cNvSpPr>
          <p:nvPr/>
        </p:nvSpPr>
        <p:spPr>
          <a:xfrm>
            <a:off x="7394132" y="1375319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1" name="Shape 20"/>
          <p:cNvSpPr>
            <a:spLocks/>
          </p:cNvSpPr>
          <p:nvPr/>
        </p:nvSpPr>
        <p:spPr>
          <a:xfrm>
            <a:off x="5125132" y="1375319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" name="Text 8"/>
          <p:cNvSpPr/>
          <p:nvPr/>
        </p:nvSpPr>
        <p:spPr>
          <a:xfrm>
            <a:off x="781581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팀장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 9"/>
          <p:cNvSpPr/>
          <p:nvPr/>
        </p:nvSpPr>
        <p:spPr>
          <a:xfrm>
            <a:off x="781581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박정호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 10"/>
          <p:cNvSpPr/>
          <p:nvPr/>
        </p:nvSpPr>
        <p:spPr>
          <a:xfrm>
            <a:off x="769273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기획·PM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 11"/>
          <p:cNvSpPr/>
          <p:nvPr/>
        </p:nvSpPr>
        <p:spPr>
          <a:xfrm>
            <a:off x="843119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프로젝트 리드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 분석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추적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 16"/>
          <p:cNvSpPr/>
          <p:nvPr/>
        </p:nvSpPr>
        <p:spPr>
          <a:xfrm>
            <a:off x="3019726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 17"/>
          <p:cNvSpPr/>
          <p:nvPr/>
        </p:nvSpPr>
        <p:spPr>
          <a:xfrm>
            <a:off x="3019726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김태준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Text 18"/>
          <p:cNvSpPr/>
          <p:nvPr/>
        </p:nvSpPr>
        <p:spPr>
          <a:xfrm>
            <a:off x="3007419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미니맵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Text 19"/>
          <p:cNvSpPr/>
          <p:nvPr/>
        </p:nvSpPr>
        <p:spPr>
          <a:xfrm>
            <a:off x="3081265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지도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동선 추적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</p:txBody>
      </p:sp>
      <p:sp>
        <p:nvSpPr>
          <p:cNvPr id="22" name="Text 24"/>
          <p:cNvSpPr/>
          <p:nvPr/>
        </p:nvSpPr>
        <p:spPr>
          <a:xfrm>
            <a:off x="5287500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 25"/>
          <p:cNvSpPr/>
          <p:nvPr/>
        </p:nvSpPr>
        <p:spPr>
          <a:xfrm>
            <a:off x="5287500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이규찬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4" name="Text 26"/>
          <p:cNvSpPr/>
          <p:nvPr/>
        </p:nvSpPr>
        <p:spPr>
          <a:xfrm>
            <a:off x="5275192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회원 서비스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Text 27"/>
          <p:cNvSpPr/>
          <p:nvPr/>
        </p:nvSpPr>
        <p:spPr>
          <a:xfrm>
            <a:off x="5349038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회원 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계정 관리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검증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Text 32"/>
          <p:cNvSpPr/>
          <p:nvPr/>
        </p:nvSpPr>
        <p:spPr>
          <a:xfrm>
            <a:off x="7548843" y="3598495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0" name="Text 33"/>
          <p:cNvSpPr/>
          <p:nvPr/>
        </p:nvSpPr>
        <p:spPr>
          <a:xfrm>
            <a:off x="7548843" y="4002708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이윤호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1" name="Text 34"/>
          <p:cNvSpPr/>
          <p:nvPr/>
        </p:nvSpPr>
        <p:spPr>
          <a:xfrm>
            <a:off x="7536536" y="4703345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로그 분석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2" name="Text 35"/>
          <p:cNvSpPr/>
          <p:nvPr/>
        </p:nvSpPr>
        <p:spPr>
          <a:xfrm>
            <a:off x="7610382" y="5282718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로그 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분석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가공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6" name="Text 40"/>
          <p:cNvSpPr/>
          <p:nvPr/>
        </p:nvSpPr>
        <p:spPr>
          <a:xfrm>
            <a:off x="9801149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Text 41"/>
          <p:cNvSpPr/>
          <p:nvPr/>
        </p:nvSpPr>
        <p:spPr>
          <a:xfrm>
            <a:off x="9801149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장동근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8" name="Text 42"/>
          <p:cNvSpPr/>
          <p:nvPr/>
        </p:nvSpPr>
        <p:spPr>
          <a:xfrm>
            <a:off x="9788842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개발 지원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점검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9" name="Text 43"/>
          <p:cNvSpPr/>
          <p:nvPr/>
        </p:nvSpPr>
        <p:spPr>
          <a:xfrm>
            <a:off x="9862688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9863787" y="5288981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공통 모듈 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작성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정리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083" y="291180"/>
            <a:ext cx="1597838" cy="1065225"/>
          </a:xfrm>
          <a:prstGeom prst="rect">
            <a:avLst/>
          </a:prstGeom>
        </p:spPr>
      </p:pic>
      <p:sp>
        <p:nvSpPr>
          <p:cNvPr id="46" name="Google Shape;139;p15"/>
          <p:cNvSpPr txBox="1"/>
          <p:nvPr/>
        </p:nvSpPr>
        <p:spPr>
          <a:xfrm>
            <a:off x="501933" y="652500"/>
            <a:ext cx="181924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10  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팀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 소개</a:t>
            </a:r>
            <a:endParaRPr lang="en-US" altLang="ko-KR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45" name="직선 연결선 44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hape 20"/>
          <p:cNvSpPr>
            <a:spLocks noChangeAspect="1"/>
          </p:cNvSpPr>
          <p:nvPr/>
        </p:nvSpPr>
        <p:spPr>
          <a:xfrm>
            <a:off x="881180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5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4" name="Shape 20"/>
          <p:cNvSpPr>
            <a:spLocks noChangeAspect="1"/>
          </p:cNvSpPr>
          <p:nvPr/>
        </p:nvSpPr>
        <p:spPr>
          <a:xfrm>
            <a:off x="5379640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6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5" name="Shape 20"/>
          <p:cNvSpPr>
            <a:spLocks noChangeAspect="1"/>
          </p:cNvSpPr>
          <p:nvPr/>
        </p:nvSpPr>
        <p:spPr>
          <a:xfrm>
            <a:off x="7647531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7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6" name="Shape 20"/>
          <p:cNvSpPr>
            <a:spLocks noChangeAspect="1"/>
          </p:cNvSpPr>
          <p:nvPr/>
        </p:nvSpPr>
        <p:spPr>
          <a:xfrm>
            <a:off x="9890812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8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7" name="직사각형 56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54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140</Words>
  <Application>Microsoft Office PowerPoint</Application>
  <PresentationFormat>와이드스크린</PresentationFormat>
  <Paragraphs>75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Noto Sans CJK KR</vt:lpstr>
      <vt:lpstr>Calibri</vt:lpstr>
      <vt:lpstr>나눔스퀘어_ac Bold</vt:lpstr>
      <vt:lpstr>맑은 고딕</vt:lpstr>
      <vt:lpstr>Arial</vt:lpstr>
      <vt:lpstr>Poppins Black</vt:lpstr>
      <vt:lpstr>Office Theme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DW</cp:lastModifiedBy>
  <cp:revision>504</cp:revision>
  <dcterms:modified xsi:type="dcterms:W3CDTF">2026-07-15T08:15:47Z</dcterms:modified>
</cp:coreProperties>
</file>