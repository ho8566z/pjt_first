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70" r:id="rId2"/>
    <p:sldId id="271" r:id="rId3"/>
    <p:sldId id="269" r:id="rId4"/>
    <p:sldId id="273" r:id="rId5"/>
    <p:sldId id="274" r:id="rId6"/>
    <p:sldId id="275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Poppins Black" panose="020B0600000101010101" charset="0"/>
      <p:bold r:id="rId13"/>
      <p:boldItalic r:id="rId14"/>
    </p:embeddedFont>
    <p:embeddedFont>
      <p:font typeface="맑은 고딕" panose="020B0503020000020004" pitchFamily="50" charset="-127"/>
      <p:regular r:id="rId15"/>
      <p:bold r:id="rId16"/>
    </p:embeddedFont>
    <p:embeddedFont>
      <p:font typeface="나눔스퀘어_ac Bold" panose="020B0600000101010101" pitchFamily="50" charset="-127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F1"/>
    <a:srgbClr val="FFFFFF"/>
    <a:srgbClr val="1443F0"/>
    <a:srgbClr val="B9D0EE"/>
    <a:srgbClr val="254061"/>
    <a:srgbClr val="F5F5F5"/>
    <a:srgbClr val="D3E8FD"/>
    <a:srgbClr val="CAE2F7"/>
    <a:srgbClr val="25A7FF"/>
    <a:srgbClr val="F4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6" autoAdjust="0"/>
    <p:restoredTop sz="94077" autoAdjust="0"/>
  </p:normalViewPr>
  <p:slideViewPr>
    <p:cSldViewPr snapToGrid="0">
      <p:cViewPr varScale="1">
        <p:scale>
          <a:sx n="61" d="100"/>
          <a:sy n="61" d="100"/>
        </p:scale>
        <p:origin x="90" y="11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693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005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36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7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249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77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40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관리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Shape 87"/>
          <p:cNvSpPr/>
          <p:nvPr/>
        </p:nvSpPr>
        <p:spPr>
          <a:xfrm>
            <a:off x="606235" y="1867400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8" name="Shape 87"/>
          <p:cNvSpPr/>
          <p:nvPr/>
        </p:nvSpPr>
        <p:spPr>
          <a:xfrm>
            <a:off x="6178238" y="1867401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cxnSp>
        <p:nvCxnSpPr>
          <p:cNvPr id="29" name="직선 연결선 28"/>
          <p:cNvCxnSpPr/>
          <p:nvPr/>
        </p:nvCxnSpPr>
        <p:spPr>
          <a:xfrm flipV="1">
            <a:off x="897794" y="250343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6469797" y="249541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22151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make_member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94154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apply_permissions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639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Shape 87"/>
          <p:cNvSpPr/>
          <p:nvPr/>
        </p:nvSpPr>
        <p:spPr>
          <a:xfrm>
            <a:off x="606236" y="1866952"/>
            <a:ext cx="3564000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3" name="Shape 87"/>
          <p:cNvSpPr/>
          <p:nvPr/>
        </p:nvSpPr>
        <p:spPr>
          <a:xfrm>
            <a:off x="8021359" y="1860436"/>
            <a:ext cx="3564000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87"/>
          <p:cNvSpPr/>
          <p:nvPr/>
        </p:nvSpPr>
        <p:spPr>
          <a:xfrm>
            <a:off x="4314000" y="1866953"/>
            <a:ext cx="3564000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8" name="모서리가 둥근 직사각형 17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4584000" y="2511298"/>
            <a:ext cx="30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876236" y="2512770"/>
            <a:ext cx="30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8291359" y="2511298"/>
            <a:ext cx="30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0796" y="2122650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capture_loop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08357" y="2122650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read_frame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5716" y="2123211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release()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306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87"/>
          <p:cNvSpPr/>
          <p:nvPr/>
        </p:nvSpPr>
        <p:spPr>
          <a:xfrm>
            <a:off x="606235" y="1867400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5" name="Shape 87"/>
          <p:cNvSpPr/>
          <p:nvPr/>
        </p:nvSpPr>
        <p:spPr>
          <a:xfrm>
            <a:off x="6178238" y="1867401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AI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897794" y="250343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6469797" y="249541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22151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track_identified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4154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identify()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482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이벤트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Shape 87"/>
          <p:cNvSpPr/>
          <p:nvPr/>
        </p:nvSpPr>
        <p:spPr>
          <a:xfrm>
            <a:off x="606235" y="1867400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Shape 87"/>
          <p:cNvSpPr/>
          <p:nvPr/>
        </p:nvSpPr>
        <p:spPr>
          <a:xfrm>
            <a:off x="6178238" y="1867401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cxnSp>
        <p:nvCxnSpPr>
          <p:cNvPr id="22" name="직선 연결선 21"/>
          <p:cNvCxnSpPr/>
          <p:nvPr/>
        </p:nvCxnSpPr>
        <p:spPr>
          <a:xfrm flipV="1">
            <a:off x="897794" y="250343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6469797" y="249541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22151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add_event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4154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connectSSE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1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87"/>
          <p:cNvSpPr/>
          <p:nvPr/>
        </p:nvSpPr>
        <p:spPr>
          <a:xfrm>
            <a:off x="606235" y="1867400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5" name="Shape 87"/>
          <p:cNvSpPr/>
          <p:nvPr/>
        </p:nvSpPr>
        <p:spPr>
          <a:xfrm>
            <a:off x="6178238" y="1867401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897794" y="250343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6469797" y="249541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22151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get_dashboard_data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34979" y="2105468"/>
            <a:ext cx="3093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_</a:t>
            </a:r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make_recent_events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화면</a:t>
            </a:r>
            <a:endParaRPr lang="en-US" altLang="ko-KR" sz="16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806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87"/>
          <p:cNvSpPr/>
          <p:nvPr/>
        </p:nvSpPr>
        <p:spPr>
          <a:xfrm>
            <a:off x="606235" y="1867400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5" name="Shape 87"/>
          <p:cNvSpPr/>
          <p:nvPr/>
        </p:nvSpPr>
        <p:spPr>
          <a:xfrm>
            <a:off x="6178238" y="1867401"/>
            <a:ext cx="5407119" cy="43200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주요 함수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897794" y="250343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6469797" y="2495416"/>
            <a:ext cx="482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22151" y="2105468"/>
            <a:ext cx="2775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get_map_data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02895" y="2105468"/>
            <a:ext cx="3157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renderDashboardMap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()</a:t>
            </a:r>
            <a:endParaRPr lang="ko-KR" altLang="en-US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06236" y="1380505"/>
            <a:ext cx="140400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 화면</a:t>
            </a:r>
            <a:endParaRPr lang="en-US" altLang="ko-KR" sz="16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9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71</Words>
  <Application>Microsoft Office PowerPoint</Application>
  <PresentationFormat>와이드스크린</PresentationFormat>
  <Paragraphs>25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Calibri</vt:lpstr>
      <vt:lpstr>Poppins Black</vt:lpstr>
      <vt:lpstr>맑은 고딕</vt:lpstr>
      <vt:lpstr>나눔스퀘어_ac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515</cp:revision>
  <dcterms:modified xsi:type="dcterms:W3CDTF">2026-07-20T08:29:59Z</dcterms:modified>
</cp:coreProperties>
</file>