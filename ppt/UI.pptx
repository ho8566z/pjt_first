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2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5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6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4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3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0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25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66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5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17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74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33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5DB7-34A5-4DF0-94A0-9851E520DD6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43E7-736D-42AE-B718-A2703CC47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18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0"/>
            <a:ext cx="12192000" cy="6858000"/>
            <a:chOff x="409575" y="866775"/>
            <a:chExt cx="10810875" cy="5391150"/>
          </a:xfrm>
        </p:grpSpPr>
        <p:sp>
          <p:nvSpPr>
            <p:cNvPr id="12" name="직사각형 11"/>
            <p:cNvSpPr/>
            <p:nvPr/>
          </p:nvSpPr>
          <p:spPr>
            <a:xfrm>
              <a:off x="409575" y="866775"/>
              <a:ext cx="10810875" cy="53911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96551" y="1009127"/>
              <a:ext cx="1975199" cy="50916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733675" y="1009127"/>
              <a:ext cx="8324850" cy="413633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919243" y="2165739"/>
              <a:ext cx="7979456" cy="8363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139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0"/>
            <a:ext cx="12192000" cy="6858000"/>
            <a:chOff x="409575" y="866775"/>
            <a:chExt cx="10810875" cy="5391150"/>
          </a:xfrm>
        </p:grpSpPr>
        <p:sp>
          <p:nvSpPr>
            <p:cNvPr id="12" name="직사각형 11"/>
            <p:cNvSpPr/>
            <p:nvPr/>
          </p:nvSpPr>
          <p:spPr>
            <a:xfrm>
              <a:off x="409575" y="866775"/>
              <a:ext cx="10810875" cy="53911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96551" y="1009127"/>
              <a:ext cx="1975199" cy="50916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733675" y="1009127"/>
              <a:ext cx="8324850" cy="52487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850589" y="1749199"/>
              <a:ext cx="3960000" cy="42071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954557" y="1749199"/>
              <a:ext cx="3960000" cy="42071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2752862" y="370115"/>
            <a:ext cx="4465903" cy="6313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381125" y="370115"/>
            <a:ext cx="4465903" cy="6313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86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15</cp:revision>
  <dcterms:created xsi:type="dcterms:W3CDTF">2026-06-25T03:23:19Z</dcterms:created>
  <dcterms:modified xsi:type="dcterms:W3CDTF">2026-07-03T08:08:50Z</dcterms:modified>
</cp:coreProperties>
</file>