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60" d="100"/>
          <a:sy n="60" d="100"/>
        </p:scale>
        <p:origin x="72" y="12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 smtClean="0"/>
              <a:t>클릭하여 마스터 부제목 스타일 편집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6D5DB7-34A5-4DF0-94A0-9851E520DD60}" type="datetimeFigureOut">
              <a:rPr lang="ko-KR" altLang="en-US" smtClean="0"/>
              <a:t>2026-06-26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1543E7-736D-42AE-B718-A2703CC47AD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9195862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6D5DB7-34A5-4DF0-94A0-9851E520DD60}" type="datetimeFigureOut">
              <a:rPr lang="ko-KR" altLang="en-US" smtClean="0"/>
              <a:t>2026-06-26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1543E7-736D-42AE-B718-A2703CC47AD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8760231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6D5DB7-34A5-4DF0-94A0-9851E520DD60}" type="datetimeFigureOut">
              <a:rPr lang="ko-KR" altLang="en-US" smtClean="0"/>
              <a:t>2026-06-26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1543E7-736D-42AE-B718-A2703CC47AD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1574189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6D5DB7-34A5-4DF0-94A0-9851E520DD60}" type="datetimeFigureOut">
              <a:rPr lang="ko-KR" altLang="en-US" smtClean="0"/>
              <a:t>2026-06-26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1543E7-736D-42AE-B718-A2703CC47AD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4643974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6D5DB7-34A5-4DF0-94A0-9851E520DD60}" type="datetimeFigureOut">
              <a:rPr lang="ko-KR" altLang="en-US" smtClean="0"/>
              <a:t>2026-06-26</a:t>
            </a:fld>
            <a:endParaRPr lang="ko-KR" altLang="en-US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1543E7-736D-42AE-B718-A2703CC47AD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5100261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6D5DB7-34A5-4DF0-94A0-9851E520DD60}" type="datetimeFigureOut">
              <a:rPr lang="ko-KR" altLang="en-US" smtClean="0"/>
              <a:t>2026-06-26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1543E7-736D-42AE-B718-A2703CC47AD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5125894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6D5DB7-34A5-4DF0-94A0-9851E520DD60}" type="datetimeFigureOut">
              <a:rPr lang="ko-KR" altLang="en-US" smtClean="0"/>
              <a:t>2026-06-26</a:t>
            </a:fld>
            <a:endParaRPr lang="ko-KR" altLang="en-US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1543E7-736D-42AE-B718-A2703CC47AD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6566297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6D5DB7-34A5-4DF0-94A0-9851E520DD60}" type="datetimeFigureOut">
              <a:rPr lang="ko-KR" altLang="en-US" smtClean="0"/>
              <a:t>2026-06-26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1543E7-736D-42AE-B718-A2703CC47AD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2995825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6D5DB7-34A5-4DF0-94A0-9851E520DD60}" type="datetimeFigureOut">
              <a:rPr lang="ko-KR" altLang="en-US" smtClean="0"/>
              <a:t>2026-06-26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1543E7-736D-42AE-B718-A2703CC47AD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2317802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6D5DB7-34A5-4DF0-94A0-9851E520DD60}" type="datetimeFigureOut">
              <a:rPr lang="ko-KR" altLang="en-US" smtClean="0"/>
              <a:t>2026-06-26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1543E7-736D-42AE-B718-A2703CC47AD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3774284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6D5DB7-34A5-4DF0-94A0-9851E520DD60}" type="datetimeFigureOut">
              <a:rPr lang="ko-KR" altLang="en-US" smtClean="0"/>
              <a:t>2026-06-26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1543E7-736D-42AE-B718-A2703CC47AD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9533885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D6D5DB7-34A5-4DF0-94A0-9851E520DD60}" type="datetimeFigureOut">
              <a:rPr lang="ko-KR" altLang="en-US" smtClean="0"/>
              <a:t>2026-06-26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31543E7-736D-42AE-B718-A2703CC47AD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4018654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그룹 1"/>
          <p:cNvGrpSpPr/>
          <p:nvPr/>
        </p:nvGrpSpPr>
        <p:grpSpPr>
          <a:xfrm>
            <a:off x="409575" y="866775"/>
            <a:ext cx="10810875" cy="5391150"/>
            <a:chOff x="409575" y="866775"/>
            <a:chExt cx="10810875" cy="5391150"/>
          </a:xfrm>
        </p:grpSpPr>
        <p:sp>
          <p:nvSpPr>
            <p:cNvPr id="12" name="직사각형 11"/>
            <p:cNvSpPr/>
            <p:nvPr/>
          </p:nvSpPr>
          <p:spPr>
            <a:xfrm>
              <a:off x="409575" y="866775"/>
              <a:ext cx="10810875" cy="5391150"/>
            </a:xfrm>
            <a:prstGeom prst="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" name="직사각형 3"/>
            <p:cNvSpPr/>
            <p:nvPr/>
          </p:nvSpPr>
          <p:spPr>
            <a:xfrm>
              <a:off x="571500" y="1290637"/>
              <a:ext cx="7620000" cy="4810125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" name="직사각형 4"/>
            <p:cNvSpPr/>
            <p:nvPr/>
          </p:nvSpPr>
          <p:spPr>
            <a:xfrm>
              <a:off x="8372475" y="1290638"/>
              <a:ext cx="2695575" cy="2543425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" name="직사각형 6"/>
            <p:cNvSpPr/>
            <p:nvPr/>
          </p:nvSpPr>
          <p:spPr>
            <a:xfrm>
              <a:off x="571500" y="971550"/>
              <a:ext cx="1028700" cy="234007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" name="직사각형 7"/>
            <p:cNvSpPr/>
            <p:nvPr/>
          </p:nvSpPr>
          <p:spPr>
            <a:xfrm>
              <a:off x="1704975" y="971550"/>
              <a:ext cx="1028700" cy="234007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1" name="직사각형 10"/>
            <p:cNvSpPr/>
            <p:nvPr/>
          </p:nvSpPr>
          <p:spPr>
            <a:xfrm>
              <a:off x="10777537" y="971550"/>
              <a:ext cx="280988" cy="235743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3" name="직사각형 12"/>
            <p:cNvSpPr/>
            <p:nvPr/>
          </p:nvSpPr>
          <p:spPr>
            <a:xfrm>
              <a:off x="10377487" y="971550"/>
              <a:ext cx="280988" cy="235743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4" name="직사각형 13"/>
            <p:cNvSpPr/>
            <p:nvPr/>
          </p:nvSpPr>
          <p:spPr>
            <a:xfrm>
              <a:off x="2838450" y="971550"/>
              <a:ext cx="1028700" cy="234007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5" name="직사각형 14"/>
            <p:cNvSpPr/>
            <p:nvPr/>
          </p:nvSpPr>
          <p:spPr>
            <a:xfrm>
              <a:off x="3971925" y="971550"/>
              <a:ext cx="1028700" cy="234007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7" name="직사각형 16"/>
            <p:cNvSpPr/>
            <p:nvPr/>
          </p:nvSpPr>
          <p:spPr>
            <a:xfrm>
              <a:off x="8515350" y="1450181"/>
              <a:ext cx="2438400" cy="867133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dirty="0" smtClean="0"/>
                <a:t>NEW</a:t>
              </a:r>
              <a:endParaRPr lang="ko-KR" altLang="en-US" dirty="0"/>
            </a:p>
          </p:txBody>
        </p:sp>
        <p:sp>
          <p:nvSpPr>
            <p:cNvPr id="18" name="직사각형 17"/>
            <p:cNvSpPr/>
            <p:nvPr/>
          </p:nvSpPr>
          <p:spPr>
            <a:xfrm>
              <a:off x="8515350" y="2476857"/>
              <a:ext cx="2438400" cy="867133"/>
            </a:xfrm>
            <a:prstGeom prst="rect">
              <a:avLst/>
            </a:prstGeom>
            <a:solidFill>
              <a:schemeClr val="tx2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20" name="직사각형 19"/>
          <p:cNvSpPr/>
          <p:nvPr/>
        </p:nvSpPr>
        <p:spPr>
          <a:xfrm>
            <a:off x="8386762" y="3993606"/>
            <a:ext cx="2695575" cy="209947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" name="직사각형 20"/>
          <p:cNvSpPr/>
          <p:nvPr/>
        </p:nvSpPr>
        <p:spPr>
          <a:xfrm>
            <a:off x="8515350" y="4176211"/>
            <a:ext cx="2438400" cy="395790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2" name="직사각형 21"/>
          <p:cNvSpPr/>
          <p:nvPr/>
        </p:nvSpPr>
        <p:spPr>
          <a:xfrm>
            <a:off x="8515350" y="4679638"/>
            <a:ext cx="2438400" cy="395790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3" name="직사각형 22"/>
          <p:cNvSpPr/>
          <p:nvPr/>
        </p:nvSpPr>
        <p:spPr>
          <a:xfrm>
            <a:off x="8515350" y="5183065"/>
            <a:ext cx="2438400" cy="395790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" name="직사각형 23"/>
          <p:cNvSpPr/>
          <p:nvPr/>
        </p:nvSpPr>
        <p:spPr>
          <a:xfrm>
            <a:off x="8515350" y="5697291"/>
            <a:ext cx="2438400" cy="238288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8925378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직사각형 11"/>
          <p:cNvSpPr/>
          <p:nvPr/>
        </p:nvSpPr>
        <p:spPr>
          <a:xfrm>
            <a:off x="409575" y="866775"/>
            <a:ext cx="10810875" cy="5391150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직사각형 6"/>
          <p:cNvSpPr/>
          <p:nvPr/>
        </p:nvSpPr>
        <p:spPr>
          <a:xfrm>
            <a:off x="571500" y="971550"/>
            <a:ext cx="1028700" cy="23400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직사각형 7"/>
          <p:cNvSpPr/>
          <p:nvPr/>
        </p:nvSpPr>
        <p:spPr>
          <a:xfrm>
            <a:off x="1704975" y="971550"/>
            <a:ext cx="1028700" cy="23400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직사각형 17"/>
          <p:cNvSpPr/>
          <p:nvPr/>
        </p:nvSpPr>
        <p:spPr>
          <a:xfrm>
            <a:off x="571501" y="1310332"/>
            <a:ext cx="10487024" cy="479043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" name="직사각형 5"/>
          <p:cNvSpPr/>
          <p:nvPr/>
        </p:nvSpPr>
        <p:spPr>
          <a:xfrm>
            <a:off x="718887" y="1451219"/>
            <a:ext cx="10125576" cy="395790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직사각형 8"/>
          <p:cNvSpPr/>
          <p:nvPr/>
        </p:nvSpPr>
        <p:spPr>
          <a:xfrm>
            <a:off x="718887" y="1987896"/>
            <a:ext cx="10125576" cy="395790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직사각형 9"/>
          <p:cNvSpPr/>
          <p:nvPr/>
        </p:nvSpPr>
        <p:spPr>
          <a:xfrm>
            <a:off x="718887" y="2522478"/>
            <a:ext cx="10125576" cy="395790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직사각형 10"/>
          <p:cNvSpPr/>
          <p:nvPr/>
        </p:nvSpPr>
        <p:spPr>
          <a:xfrm>
            <a:off x="718887" y="3057060"/>
            <a:ext cx="10125576" cy="1338477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8997546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직사각형 11"/>
          <p:cNvSpPr/>
          <p:nvPr/>
        </p:nvSpPr>
        <p:spPr>
          <a:xfrm>
            <a:off x="409575" y="866775"/>
            <a:ext cx="10810875" cy="5391150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직사각형 6"/>
          <p:cNvSpPr/>
          <p:nvPr/>
        </p:nvSpPr>
        <p:spPr>
          <a:xfrm>
            <a:off x="571500" y="971550"/>
            <a:ext cx="1028700" cy="23400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직사각형 7"/>
          <p:cNvSpPr/>
          <p:nvPr/>
        </p:nvSpPr>
        <p:spPr>
          <a:xfrm>
            <a:off x="1704975" y="971550"/>
            <a:ext cx="1028700" cy="23400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직사각형 17"/>
          <p:cNvSpPr/>
          <p:nvPr/>
        </p:nvSpPr>
        <p:spPr>
          <a:xfrm>
            <a:off x="571501" y="1310332"/>
            <a:ext cx="10487024" cy="479043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직사각형 10"/>
          <p:cNvSpPr/>
          <p:nvPr/>
        </p:nvSpPr>
        <p:spPr>
          <a:xfrm>
            <a:off x="758741" y="1468892"/>
            <a:ext cx="5056271" cy="1338477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직사각형 12"/>
          <p:cNvSpPr/>
          <p:nvPr/>
        </p:nvSpPr>
        <p:spPr>
          <a:xfrm>
            <a:off x="758740" y="2965929"/>
            <a:ext cx="5056271" cy="1338477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7139139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311</TotalTime>
  <Words>1</Words>
  <Application>Microsoft Office PowerPoint</Application>
  <PresentationFormat>와이드스크린</PresentationFormat>
  <Paragraphs>1</Paragraphs>
  <Slides>3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3</vt:i4>
      </vt:variant>
    </vt:vector>
  </HeadingPairs>
  <TitlesOfParts>
    <vt:vector size="6" baseType="lpstr">
      <vt:lpstr>맑은 고딕</vt:lpstr>
      <vt:lpstr>Arial</vt:lpstr>
      <vt:lpstr>Office 테마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DW</dc:creator>
  <cp:lastModifiedBy>DW</cp:lastModifiedBy>
  <cp:revision>9</cp:revision>
  <dcterms:created xsi:type="dcterms:W3CDTF">2026-06-25T03:23:19Z</dcterms:created>
  <dcterms:modified xsi:type="dcterms:W3CDTF">2026-06-26T05:58:22Z</dcterms:modified>
</cp:coreProperties>
</file>