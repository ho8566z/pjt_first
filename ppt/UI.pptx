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1958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602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741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439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002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258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5662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9958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178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7742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5338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D5DB7-34A5-4DF0-94A0-9851E520DD60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0186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/>
          <p:cNvGrpSpPr/>
          <p:nvPr/>
        </p:nvGrpSpPr>
        <p:grpSpPr>
          <a:xfrm>
            <a:off x="409575" y="866775"/>
            <a:ext cx="10810875" cy="5391150"/>
            <a:chOff x="1171575" y="1057275"/>
            <a:chExt cx="10810875" cy="5391150"/>
          </a:xfrm>
        </p:grpSpPr>
        <p:sp>
          <p:nvSpPr>
            <p:cNvPr id="12" name="직사각형 11"/>
            <p:cNvSpPr/>
            <p:nvPr/>
          </p:nvSpPr>
          <p:spPr>
            <a:xfrm>
              <a:off x="1171575" y="1057275"/>
              <a:ext cx="10810875" cy="539115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직사각형 3"/>
            <p:cNvSpPr/>
            <p:nvPr/>
          </p:nvSpPr>
          <p:spPr>
            <a:xfrm>
              <a:off x="1333500" y="1481137"/>
              <a:ext cx="7620000" cy="481012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9134475" y="1481138"/>
              <a:ext cx="2695575" cy="33099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9134475" y="4953000"/>
              <a:ext cx="2695575" cy="133826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1333500" y="1162050"/>
              <a:ext cx="1028700" cy="23400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466975" y="1162050"/>
              <a:ext cx="1028700" cy="23400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11539537" y="1162050"/>
              <a:ext cx="280988" cy="23574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11139487" y="1162050"/>
              <a:ext cx="280988" cy="23574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3600450" y="1162050"/>
              <a:ext cx="1028700" cy="23400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4733925" y="1162050"/>
              <a:ext cx="1028700" cy="23400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8515350" y="1450182"/>
            <a:ext cx="2438400" cy="46434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253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09575" y="866775"/>
            <a:ext cx="10810875" cy="53911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571500" y="971550"/>
            <a:ext cx="1028700" cy="234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1704975" y="971550"/>
            <a:ext cx="1028700" cy="234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571501" y="1310332"/>
            <a:ext cx="10487024" cy="47904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975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0</Words>
  <Application>Microsoft Office PowerPoint</Application>
  <PresentationFormat>와이드스크린</PresentationFormat>
  <Paragraphs>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Arial</vt:lpstr>
      <vt:lpstr>맑은 고딕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4</cp:revision>
  <dcterms:created xsi:type="dcterms:W3CDTF">2026-06-25T03:23:19Z</dcterms:created>
  <dcterms:modified xsi:type="dcterms:W3CDTF">2026-06-25T05:59:22Z</dcterms:modified>
</cp:coreProperties>
</file>