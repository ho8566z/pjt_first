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828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AC00-948D-415F-B72E-B693D98D80E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576A-9C03-4536-B9D6-B15E87F4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74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AC00-948D-415F-B72E-B693D98D80E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576A-9C03-4536-B9D6-B15E87F4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825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AC00-948D-415F-B72E-B693D98D80E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576A-9C03-4536-B9D6-B15E87F4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85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AC00-948D-415F-B72E-B693D98D80E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576A-9C03-4536-B9D6-B15E87F4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857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AC00-948D-415F-B72E-B693D98D80E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576A-9C03-4536-B9D6-B15E87F4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213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AC00-948D-415F-B72E-B693D98D80E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576A-9C03-4536-B9D6-B15E87F4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841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AC00-948D-415F-B72E-B693D98D80E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576A-9C03-4536-B9D6-B15E87F4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131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AC00-948D-415F-B72E-B693D98D80E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576A-9C03-4536-B9D6-B15E87F4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163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AC00-948D-415F-B72E-B693D98D80E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576A-9C03-4536-B9D6-B15E87F4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17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AC00-948D-415F-B72E-B693D98D80E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576A-9C03-4536-B9D6-B15E87F4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201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AC00-948D-415F-B72E-B693D98D80E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576A-9C03-4536-B9D6-B15E87F4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40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DAC00-948D-415F-B72E-B693D98D80EC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0576A-9C03-4536-B9D6-B15E87F4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842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그룹 236"/>
          <p:cNvGrpSpPr/>
          <p:nvPr/>
        </p:nvGrpSpPr>
        <p:grpSpPr>
          <a:xfrm>
            <a:off x="1229753" y="182879"/>
            <a:ext cx="9799317" cy="6527409"/>
            <a:chOff x="1229753" y="182879"/>
            <a:chExt cx="9799317" cy="6527409"/>
          </a:xfrm>
        </p:grpSpPr>
        <p:sp>
          <p:nvSpPr>
            <p:cNvPr id="4" name="직사각형 3"/>
            <p:cNvSpPr/>
            <p:nvPr/>
          </p:nvSpPr>
          <p:spPr>
            <a:xfrm>
              <a:off x="3165231" y="182879"/>
              <a:ext cx="5922497" cy="6527409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1229753" y="786029"/>
              <a:ext cx="1294228" cy="5064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비회원</a:t>
              </a:r>
              <a:endParaRPr lang="ko-KR" altLang="en-US" dirty="0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229753" y="4420764"/>
              <a:ext cx="1294228" cy="5064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mtClean="0"/>
                <a:t>관제자</a:t>
              </a:r>
              <a:endParaRPr lang="ko-KR" altLang="en-US" dirty="0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9734842" y="900333"/>
              <a:ext cx="1294228" cy="5064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관리자</a:t>
              </a:r>
              <a:endParaRPr lang="ko-KR" altLang="en-US" dirty="0"/>
            </a:p>
          </p:txBody>
        </p:sp>
        <p:sp>
          <p:nvSpPr>
            <p:cNvPr id="134" name="타원 133"/>
            <p:cNvSpPr/>
            <p:nvPr/>
          </p:nvSpPr>
          <p:spPr>
            <a:xfrm>
              <a:off x="4274237" y="400927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/>
                <a:t>회원가입</a:t>
              </a:r>
              <a:endParaRPr lang="ko-KR" altLang="en-US" sz="1400" dirty="0"/>
            </a:p>
          </p:txBody>
        </p:sp>
        <p:sp>
          <p:nvSpPr>
            <p:cNvPr id="135" name="타원 134"/>
            <p:cNvSpPr/>
            <p:nvPr/>
          </p:nvSpPr>
          <p:spPr>
            <a:xfrm>
              <a:off x="4274237" y="1188717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/>
                <a:t>로그인</a:t>
              </a:r>
              <a:endParaRPr lang="ko-KR" altLang="en-US" sz="1400" dirty="0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4274237" y="1976507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/>
                <a:t>로그아웃</a:t>
              </a:r>
              <a:endParaRPr lang="ko-KR" altLang="en-US" sz="1400" dirty="0"/>
            </a:p>
          </p:txBody>
        </p:sp>
        <p:sp>
          <p:nvSpPr>
            <p:cNvPr id="137" name="타원 136"/>
            <p:cNvSpPr/>
            <p:nvPr/>
          </p:nvSpPr>
          <p:spPr>
            <a:xfrm>
              <a:off x="4274237" y="2764296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비밀번호 변경</a:t>
              </a:r>
              <a:endParaRPr lang="ko-KR" altLang="en-US" sz="1200" dirty="0"/>
            </a:p>
          </p:txBody>
        </p:sp>
        <p:sp>
          <p:nvSpPr>
            <p:cNvPr id="138" name="타원 137"/>
            <p:cNvSpPr/>
            <p:nvPr/>
          </p:nvSpPr>
          <p:spPr>
            <a:xfrm>
              <a:off x="4260170" y="4343395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탐지 결과 확인</a:t>
              </a:r>
              <a:endParaRPr lang="ko-KR" altLang="en-US" sz="1200" dirty="0"/>
            </a:p>
          </p:txBody>
        </p:sp>
        <p:sp>
          <p:nvSpPr>
            <p:cNvPr id="139" name="타원 138"/>
            <p:cNvSpPr/>
            <p:nvPr/>
          </p:nvSpPr>
          <p:spPr>
            <a:xfrm>
              <a:off x="4274237" y="5922495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 smtClean="0"/>
                <a:t>미니맵</a:t>
              </a:r>
              <a:r>
                <a:rPr lang="ko-KR" altLang="en-US" sz="1200" dirty="0" smtClean="0"/>
                <a:t> 조회</a:t>
              </a:r>
              <a:endParaRPr lang="ko-KR" altLang="en-US" sz="1200" dirty="0"/>
            </a:p>
          </p:txBody>
        </p:sp>
        <p:sp>
          <p:nvSpPr>
            <p:cNvPr id="141" name="타원 140"/>
            <p:cNvSpPr/>
            <p:nvPr/>
          </p:nvSpPr>
          <p:spPr>
            <a:xfrm>
              <a:off x="4274237" y="3552085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실시간 </a:t>
              </a:r>
              <a:endParaRPr lang="en-US" altLang="ko-KR" sz="1200" dirty="0" smtClean="0"/>
            </a:p>
            <a:p>
              <a:pPr algn="ctr"/>
              <a:r>
                <a:rPr lang="ko-KR" altLang="en-US" sz="1200" dirty="0" smtClean="0"/>
                <a:t>영상 관제</a:t>
              </a:r>
              <a:endParaRPr lang="ko-KR" altLang="en-US" sz="1200" dirty="0"/>
            </a:p>
          </p:txBody>
        </p:sp>
        <p:sp>
          <p:nvSpPr>
            <p:cNvPr id="142" name="타원 141"/>
            <p:cNvSpPr/>
            <p:nvPr/>
          </p:nvSpPr>
          <p:spPr>
            <a:xfrm>
              <a:off x="4260170" y="5131185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이벤트 </a:t>
              </a:r>
              <a:endParaRPr lang="en-US" altLang="ko-KR" sz="1200" dirty="0" smtClean="0"/>
            </a:p>
            <a:p>
              <a:pPr algn="ctr"/>
              <a:r>
                <a:rPr lang="ko-KR" altLang="en-US" sz="1200" dirty="0" smtClean="0"/>
                <a:t>확인</a:t>
              </a:r>
              <a:endParaRPr lang="ko-KR" altLang="en-US" sz="1200" dirty="0"/>
            </a:p>
          </p:txBody>
        </p:sp>
        <p:sp>
          <p:nvSpPr>
            <p:cNvPr id="143" name="타원 142"/>
            <p:cNvSpPr/>
            <p:nvPr/>
          </p:nvSpPr>
          <p:spPr>
            <a:xfrm>
              <a:off x="6623540" y="400927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가입 승인</a:t>
              </a:r>
              <a:endParaRPr lang="ko-KR" altLang="en-US" sz="1200" dirty="0"/>
            </a:p>
          </p:txBody>
        </p:sp>
        <p:sp>
          <p:nvSpPr>
            <p:cNvPr id="144" name="타원 143"/>
            <p:cNvSpPr/>
            <p:nvPr/>
          </p:nvSpPr>
          <p:spPr>
            <a:xfrm>
              <a:off x="6623540" y="1188717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가입 거절</a:t>
              </a:r>
              <a:endParaRPr lang="ko-KR" altLang="en-US" sz="1200" dirty="0"/>
            </a:p>
          </p:txBody>
        </p:sp>
        <p:sp>
          <p:nvSpPr>
            <p:cNvPr id="145" name="타원 144"/>
            <p:cNvSpPr/>
            <p:nvPr/>
          </p:nvSpPr>
          <p:spPr>
            <a:xfrm>
              <a:off x="6623540" y="1976507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계정 관리</a:t>
              </a:r>
              <a:endParaRPr lang="ko-KR" altLang="en-US" sz="1200" dirty="0"/>
            </a:p>
          </p:txBody>
        </p:sp>
        <p:sp>
          <p:nvSpPr>
            <p:cNvPr id="146" name="타원 145"/>
            <p:cNvSpPr/>
            <p:nvPr/>
          </p:nvSpPr>
          <p:spPr>
            <a:xfrm>
              <a:off x="6623540" y="2764296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권한 관리</a:t>
              </a:r>
              <a:endParaRPr lang="ko-KR" altLang="en-US" sz="1200" dirty="0"/>
            </a:p>
          </p:txBody>
        </p:sp>
        <p:sp>
          <p:nvSpPr>
            <p:cNvPr id="147" name="타원 146"/>
            <p:cNvSpPr/>
            <p:nvPr/>
          </p:nvSpPr>
          <p:spPr>
            <a:xfrm>
              <a:off x="6623540" y="3552085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로그 조회</a:t>
              </a:r>
              <a:endParaRPr lang="ko-KR" altLang="en-US" sz="1200" dirty="0"/>
            </a:p>
          </p:txBody>
        </p:sp>
        <p:sp>
          <p:nvSpPr>
            <p:cNvPr id="148" name="타원 147"/>
            <p:cNvSpPr/>
            <p:nvPr/>
          </p:nvSpPr>
          <p:spPr>
            <a:xfrm>
              <a:off x="6623540" y="4343395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검사대상 관리</a:t>
              </a:r>
              <a:endParaRPr lang="ko-KR" altLang="en-US" sz="1200" dirty="0"/>
            </a:p>
          </p:txBody>
        </p:sp>
        <p:sp>
          <p:nvSpPr>
            <p:cNvPr id="150" name="타원 149"/>
            <p:cNvSpPr/>
            <p:nvPr/>
          </p:nvSpPr>
          <p:spPr>
            <a:xfrm>
              <a:off x="6623540" y="5922495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/>
                <a:t>전체 시스템 관리</a:t>
              </a:r>
              <a:endParaRPr lang="ko-KR" altLang="en-US" sz="1100" dirty="0"/>
            </a:p>
          </p:txBody>
        </p:sp>
        <p:sp>
          <p:nvSpPr>
            <p:cNvPr id="151" name="타원 150"/>
            <p:cNvSpPr/>
            <p:nvPr/>
          </p:nvSpPr>
          <p:spPr>
            <a:xfrm>
              <a:off x="6609473" y="5131185"/>
              <a:ext cx="1350498" cy="56974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관리자 </a:t>
              </a:r>
              <a:endParaRPr lang="en-US" altLang="ko-KR" sz="1200" dirty="0" smtClean="0"/>
            </a:p>
            <a:p>
              <a:pPr algn="ctr"/>
              <a:r>
                <a:rPr lang="ko-KR" altLang="en-US" sz="1200" dirty="0" smtClean="0"/>
                <a:t>권한 관리</a:t>
              </a:r>
              <a:endParaRPr lang="ko-KR" altLang="en-US" sz="1200" dirty="0"/>
            </a:p>
          </p:txBody>
        </p:sp>
        <p:sp>
          <p:nvSpPr>
            <p:cNvPr id="152" name="직사각형 151"/>
            <p:cNvSpPr/>
            <p:nvPr/>
          </p:nvSpPr>
          <p:spPr>
            <a:xfrm>
              <a:off x="9734842" y="4557925"/>
              <a:ext cx="1294228" cy="5064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마스터</a:t>
              </a:r>
              <a:endParaRPr lang="en-US" altLang="ko-KR" dirty="0" smtClean="0"/>
            </a:p>
          </p:txBody>
        </p:sp>
        <p:cxnSp>
          <p:nvCxnSpPr>
            <p:cNvPr id="154" name="직선 화살표 연결선 153"/>
            <p:cNvCxnSpPr>
              <a:stCxn id="5" idx="3"/>
              <a:endCxn id="134" idx="2"/>
            </p:cNvCxnSpPr>
            <p:nvPr/>
          </p:nvCxnSpPr>
          <p:spPr>
            <a:xfrm flipV="1">
              <a:off x="2523981" y="685800"/>
              <a:ext cx="1750256" cy="3534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화살표 연결선 156"/>
            <p:cNvCxnSpPr>
              <a:stCxn id="5" idx="3"/>
              <a:endCxn id="135" idx="2"/>
            </p:cNvCxnSpPr>
            <p:nvPr/>
          </p:nvCxnSpPr>
          <p:spPr>
            <a:xfrm>
              <a:off x="2523981" y="1039248"/>
              <a:ext cx="1750256" cy="43434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화살표 연결선 159"/>
            <p:cNvCxnSpPr>
              <a:stCxn id="6" idx="3"/>
              <a:endCxn id="136" idx="2"/>
            </p:cNvCxnSpPr>
            <p:nvPr/>
          </p:nvCxnSpPr>
          <p:spPr>
            <a:xfrm flipV="1">
              <a:off x="2523981" y="2261380"/>
              <a:ext cx="1750256" cy="241260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화살표 연결선 162"/>
            <p:cNvCxnSpPr>
              <a:stCxn id="6" idx="3"/>
              <a:endCxn id="137" idx="2"/>
            </p:cNvCxnSpPr>
            <p:nvPr/>
          </p:nvCxnSpPr>
          <p:spPr>
            <a:xfrm flipV="1">
              <a:off x="2523981" y="3049169"/>
              <a:ext cx="1750256" cy="162481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직선 화살표 연결선 165"/>
            <p:cNvCxnSpPr>
              <a:stCxn id="6" idx="3"/>
              <a:endCxn id="141" idx="2"/>
            </p:cNvCxnSpPr>
            <p:nvPr/>
          </p:nvCxnSpPr>
          <p:spPr>
            <a:xfrm flipV="1">
              <a:off x="2523981" y="3836958"/>
              <a:ext cx="1750256" cy="83702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직선 화살표 연결선 168"/>
            <p:cNvCxnSpPr>
              <a:stCxn id="6" idx="3"/>
              <a:endCxn id="138" idx="2"/>
            </p:cNvCxnSpPr>
            <p:nvPr/>
          </p:nvCxnSpPr>
          <p:spPr>
            <a:xfrm flipV="1">
              <a:off x="2523981" y="4628268"/>
              <a:ext cx="1736189" cy="4571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직선 화살표 연결선 171"/>
            <p:cNvCxnSpPr>
              <a:stCxn id="6" idx="3"/>
              <a:endCxn id="142" idx="2"/>
            </p:cNvCxnSpPr>
            <p:nvPr/>
          </p:nvCxnSpPr>
          <p:spPr>
            <a:xfrm>
              <a:off x="2523981" y="4673983"/>
              <a:ext cx="1736189" cy="74207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직선 화살표 연결선 175"/>
            <p:cNvCxnSpPr>
              <a:stCxn id="6" idx="3"/>
              <a:endCxn id="139" idx="2"/>
            </p:cNvCxnSpPr>
            <p:nvPr/>
          </p:nvCxnSpPr>
          <p:spPr>
            <a:xfrm>
              <a:off x="2523981" y="4673983"/>
              <a:ext cx="1750256" cy="153338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직선 화살표 연결선 178"/>
            <p:cNvCxnSpPr>
              <a:stCxn id="7" idx="1"/>
              <a:endCxn id="143" idx="6"/>
            </p:cNvCxnSpPr>
            <p:nvPr/>
          </p:nvCxnSpPr>
          <p:spPr>
            <a:xfrm flipH="1" flipV="1">
              <a:off x="7974038" y="685800"/>
              <a:ext cx="1760804" cy="46775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직선 화살표 연결선 181"/>
            <p:cNvCxnSpPr>
              <a:stCxn id="7" idx="1"/>
              <a:endCxn id="144" idx="6"/>
            </p:cNvCxnSpPr>
            <p:nvPr/>
          </p:nvCxnSpPr>
          <p:spPr>
            <a:xfrm flipH="1">
              <a:off x="7974038" y="1153552"/>
              <a:ext cx="1760804" cy="32003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직선 화살표 연결선 184"/>
            <p:cNvCxnSpPr>
              <a:stCxn id="7" idx="1"/>
              <a:endCxn id="145" idx="6"/>
            </p:cNvCxnSpPr>
            <p:nvPr/>
          </p:nvCxnSpPr>
          <p:spPr>
            <a:xfrm flipH="1">
              <a:off x="7974038" y="1153552"/>
              <a:ext cx="1760804" cy="110782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화살표 연결선 187"/>
            <p:cNvCxnSpPr>
              <a:stCxn id="7" idx="1"/>
              <a:endCxn id="146" idx="6"/>
            </p:cNvCxnSpPr>
            <p:nvPr/>
          </p:nvCxnSpPr>
          <p:spPr>
            <a:xfrm flipH="1">
              <a:off x="7974038" y="1153552"/>
              <a:ext cx="1760804" cy="189561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화살표 연결선 190"/>
            <p:cNvCxnSpPr>
              <a:stCxn id="7" idx="1"/>
              <a:endCxn id="147" idx="6"/>
            </p:cNvCxnSpPr>
            <p:nvPr/>
          </p:nvCxnSpPr>
          <p:spPr>
            <a:xfrm flipH="1">
              <a:off x="7974038" y="1153552"/>
              <a:ext cx="1760804" cy="268340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직선 화살표 연결선 193"/>
            <p:cNvCxnSpPr>
              <a:stCxn id="7" idx="1"/>
              <a:endCxn id="148" idx="6"/>
            </p:cNvCxnSpPr>
            <p:nvPr/>
          </p:nvCxnSpPr>
          <p:spPr>
            <a:xfrm flipH="1">
              <a:off x="7974038" y="1153552"/>
              <a:ext cx="1760804" cy="347471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직선 화살표 연결선 196"/>
            <p:cNvCxnSpPr>
              <a:stCxn id="152" idx="1"/>
              <a:endCxn id="151" idx="6"/>
            </p:cNvCxnSpPr>
            <p:nvPr/>
          </p:nvCxnSpPr>
          <p:spPr>
            <a:xfrm flipH="1">
              <a:off x="7959971" y="4811144"/>
              <a:ext cx="1774871" cy="60491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직선 화살표 연결선 199"/>
            <p:cNvCxnSpPr>
              <a:stCxn id="152" idx="1"/>
              <a:endCxn id="150" idx="6"/>
            </p:cNvCxnSpPr>
            <p:nvPr/>
          </p:nvCxnSpPr>
          <p:spPr>
            <a:xfrm flipH="1">
              <a:off x="7974038" y="4811144"/>
              <a:ext cx="1760804" cy="13962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995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37</Words>
  <Application>Microsoft Office PowerPoint</Application>
  <PresentationFormat>와이드스크린</PresentationFormat>
  <Paragraphs>23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8</cp:revision>
  <dcterms:created xsi:type="dcterms:W3CDTF">2026-06-26T00:30:12Z</dcterms:created>
  <dcterms:modified xsi:type="dcterms:W3CDTF">2026-06-26T01:35:44Z</dcterms:modified>
</cp:coreProperties>
</file>