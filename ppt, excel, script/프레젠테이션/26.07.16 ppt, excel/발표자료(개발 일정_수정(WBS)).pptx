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91" r:id="rId2"/>
  </p:sldIdLst>
  <p:sldSz cx="12192000" cy="6858000"/>
  <p:notesSz cx="6858000" cy="9144000"/>
  <p:embeddedFontLst>
    <p:embeddedFont>
      <p:font typeface="나눔스퀘어_ac Bold" panose="020B0600000101010101" pitchFamily="50" charset="-127"/>
      <p:bold r:id="rId4"/>
    </p:embeddedFont>
    <p:embeddedFont>
      <p:font typeface="나눔스퀘어 Bold" panose="020B0600000101010101" pitchFamily="50" charset="-127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8FAFC"/>
    <a:srgbClr val="1E63E8"/>
    <a:srgbClr val="0081C8"/>
    <a:srgbClr val="1C65E6"/>
    <a:srgbClr val="0880D0"/>
    <a:srgbClr val="FEF8F8"/>
    <a:srgbClr val="F7946D"/>
    <a:srgbClr val="D0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67" autoAdjust="0"/>
  </p:normalViewPr>
  <p:slideViewPr>
    <p:cSldViewPr snapToGrid="0">
      <p:cViewPr>
        <p:scale>
          <a:sx n="75" d="100"/>
          <a:sy n="75" d="100"/>
        </p:scale>
        <p:origin x="-522" y="714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3" Type="http://schemas.microsoft.com/office/2015/10/relationships/revisionInfo" Target="revisionInfo.xml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637313" y="655782"/>
            <a:ext cx="0" cy="286327"/>
          </a:xfrm>
          <a:prstGeom prst="line">
            <a:avLst/>
          </a:prstGeom>
          <a:ln w="53975">
            <a:gradFill flip="none" rotWithShape="1">
              <a:gsLst>
                <a:gs pos="0">
                  <a:srgbClr val="0081C8"/>
                </a:gs>
                <a:gs pos="100000">
                  <a:srgbClr val="1C65E5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2;p4"/>
          <p:cNvSpPr txBox="1">
            <a:spLocks noGrp="1"/>
          </p:cNvSpPr>
          <p:nvPr>
            <p:ph type="title" hasCustomPrompt="1"/>
          </p:nvPr>
        </p:nvSpPr>
        <p:spPr>
          <a:xfrm>
            <a:off x="770237" y="582037"/>
            <a:ext cx="8229600" cy="43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dirty="0" err="1" smtClean="0"/>
              <a:t>타이틀명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itle and Content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 userDrawn="1"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06</a:t>
            </a:r>
            <a:endParaRPr lang="en-US" sz="18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 2"/>
          <p:cNvSpPr/>
          <p:nvPr userDrawn="1"/>
        </p:nvSpPr>
        <p:spPr>
          <a:xfrm>
            <a:off x="1261872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33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화면별 기능 설명</a:t>
            </a:r>
            <a:endParaRPr lang="en-US" sz="23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3"/>
          <p:cNvSpPr/>
          <p:nvPr userDrawn="1"/>
        </p:nvSpPr>
        <p:spPr>
          <a:xfrm>
            <a:off x="1261872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대시보드</a:t>
            </a:r>
            <a:r>
              <a:rPr lang="en-US" sz="1250" b="1" kern="0" spc="100" dirty="0">
                <a:solidFill>
                  <a:srgbClr val="C9A96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 </a:t>
            </a:r>
            <a:r>
              <a:rPr lang="en-US" sz="1250" b="1" kern="0" spc="1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화면</a:t>
            </a:r>
            <a:endParaRPr lang="en-US" sz="1250" dirty="0">
              <a:solidFill>
                <a:schemeClr val="bg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79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66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661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모서리가 둥근 직사각형 38">
            <a:extLst>
              <a:ext uri="{FF2B5EF4-FFF2-40B4-BE49-F238E27FC236}">
                <a16:creationId xmlns:a16="http://schemas.microsoft.com/office/drawing/2014/main" id="{6D5B135D-DD24-671C-1784-D3264C91D0F7}"/>
              </a:ext>
            </a:extLst>
          </p:cNvPr>
          <p:cNvSpPr/>
          <p:nvPr userDrawn="1"/>
        </p:nvSpPr>
        <p:spPr>
          <a:xfrm>
            <a:off x="0" y="0"/>
            <a:ext cx="12192000" cy="49619"/>
          </a:xfrm>
          <a:prstGeom prst="roundRect">
            <a:avLst>
              <a:gd name="adj" fmla="val 36695"/>
            </a:avLst>
          </a:prstGeom>
          <a:gradFill>
            <a:gsLst>
              <a:gs pos="44000">
                <a:srgbClr val="0081C8"/>
              </a:gs>
              <a:gs pos="100000">
                <a:srgbClr val="2061EA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2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일정 요약</a:t>
            </a:r>
            <a:endParaRPr lang="ko-KR" altLang="en-US" dirty="0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877118"/>
              </p:ext>
            </p:extLst>
          </p:nvPr>
        </p:nvGraphicFramePr>
        <p:xfrm>
          <a:off x="606637" y="1375321"/>
          <a:ext cx="10975149" cy="4825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워크시트" r:id="rId3" imgW="10420502" imgH="4581648" progId="Excel.Sheet.12">
                  <p:embed/>
                </p:oleObj>
              </mc:Choice>
              <mc:Fallback>
                <p:oleObj name="워크시트" r:id="rId3" imgW="10420502" imgH="4581648" progId="Excel.Sheet.12">
                  <p:embed/>
                  <p:pic>
                    <p:nvPicPr>
                      <p:cNvPr id="5" name="개체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637" y="1375321"/>
                        <a:ext cx="10975149" cy="4825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247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3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Arial</vt:lpstr>
      <vt:lpstr>나눔스퀘어_ac Bold</vt:lpstr>
      <vt:lpstr>나눔스퀘어 Bold</vt:lpstr>
      <vt:lpstr>Calibri</vt:lpstr>
      <vt:lpstr>맑은 고딕</vt:lpstr>
      <vt:lpstr>맑은 고딕</vt:lpstr>
      <vt:lpstr>Office Theme</vt:lpstr>
      <vt:lpstr>워크시트</vt:lpstr>
      <vt:lpstr>개발 일정 요약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659</cp:revision>
  <dcterms:modified xsi:type="dcterms:W3CDTF">2026-07-22T00:08:40Z</dcterms:modified>
</cp:coreProperties>
</file>