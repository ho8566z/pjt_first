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81" r:id="rId2"/>
  </p:sldIdLst>
  <p:sldSz cx="12192000" cy="6858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나눔스퀘어 Bold" panose="020B0600000101010101" pitchFamily="50" charset="-12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3F0"/>
    <a:srgbClr val="B9D0EE"/>
    <a:srgbClr val="254061"/>
    <a:srgbClr val="F5F5F5"/>
    <a:srgbClr val="D3E8FD"/>
    <a:srgbClr val="FFFFFF"/>
    <a:srgbClr val="CAE2F7"/>
    <a:srgbClr val="25A7FF"/>
    <a:srgbClr val="F4F9FE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077" autoAdjust="0"/>
  </p:normalViewPr>
  <p:slideViewPr>
    <p:cSldViewPr snapToGrid="0">
      <p:cViewPr varScale="1">
        <p:scale>
          <a:sx n="108" d="100"/>
          <a:sy n="108" d="100"/>
        </p:scale>
        <p:origin x="118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45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637313" y="655782"/>
            <a:ext cx="0" cy="286327"/>
          </a:xfrm>
          <a:prstGeom prst="line">
            <a:avLst/>
          </a:prstGeom>
          <a:ln w="53975">
            <a:gradFill flip="none" rotWithShape="1">
              <a:gsLst>
                <a:gs pos="0">
                  <a:srgbClr val="0081C8"/>
                </a:gs>
                <a:gs pos="100000">
                  <a:srgbClr val="1C65E5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2;p4"/>
          <p:cNvSpPr txBox="1">
            <a:spLocks noGrp="1"/>
          </p:cNvSpPr>
          <p:nvPr>
            <p:ph type="title" hasCustomPrompt="1"/>
          </p:nvPr>
        </p:nvSpPr>
        <p:spPr>
          <a:xfrm>
            <a:off x="770237" y="582037"/>
            <a:ext cx="8229600" cy="43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dirty="0" err="1" smtClean="0"/>
              <a:t>타이틀명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6155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일정 요약</a:t>
            </a:r>
            <a:endParaRPr lang="ko-KR" altLang="en-US" dirty="0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50078"/>
              </p:ext>
            </p:extLst>
          </p:nvPr>
        </p:nvGraphicFramePr>
        <p:xfrm>
          <a:off x="606637" y="1375321"/>
          <a:ext cx="10975149" cy="4825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워크시트" r:id="rId3" imgW="10420502" imgH="4581648" progId="Excel.Sheet.12">
                  <p:embed/>
                </p:oleObj>
              </mc:Choice>
              <mc:Fallback>
                <p:oleObj name="워크시트" r:id="rId3" imgW="10420502" imgH="4581648" progId="Excel.Sheet.12">
                  <p:embed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637" y="1375321"/>
                        <a:ext cx="10975149" cy="4825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205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3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나눔스퀘어 Bold</vt:lpstr>
      <vt:lpstr>Office Theme</vt:lpstr>
      <vt:lpstr>워크시트</vt:lpstr>
      <vt:lpstr>개발 일정 요약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512</cp:revision>
  <dcterms:modified xsi:type="dcterms:W3CDTF">2026-07-21T23:34:04Z</dcterms:modified>
</cp:coreProperties>
</file>