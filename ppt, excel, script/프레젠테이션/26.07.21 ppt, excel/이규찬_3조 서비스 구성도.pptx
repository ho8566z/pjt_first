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47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851" y="1565597"/>
            <a:ext cx="1287723" cy="619831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6480494" y="2881384"/>
            <a:ext cx="1709489" cy="5454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534771" y="1163289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247177" y="4266510"/>
            <a:ext cx="1224137" cy="100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384401" y="1168052"/>
            <a:ext cx="1854343" cy="129171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244354" y="2947888"/>
            <a:ext cx="1224137" cy="100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429512" y="2947888"/>
            <a:ext cx="1830402" cy="100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27288" y="1176304"/>
            <a:ext cx="1774309" cy="12834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6480493" y="3534146"/>
            <a:ext cx="1709489" cy="50307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572871" y="1163289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361043" y="1168052"/>
            <a:ext cx="1854343" cy="129171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9329378" y="1176304"/>
            <a:ext cx="1854343" cy="129171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9617529" y="2898358"/>
            <a:ext cx="1369120" cy="103049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3429512" y="5066146"/>
            <a:ext cx="1224137" cy="100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7064842" y="5064282"/>
            <a:ext cx="1224137" cy="100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33" name="꺾인 연결선 32"/>
          <p:cNvCxnSpPr>
            <a:stCxn id="12" idx="1"/>
            <a:endCxn id="30" idx="0"/>
          </p:cNvCxnSpPr>
          <p:nvPr/>
        </p:nvCxnSpPr>
        <p:spPr>
          <a:xfrm rot="10800000" flipV="1">
            <a:off x="4041581" y="4769632"/>
            <a:ext cx="1205596" cy="2965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12" idx="3"/>
            <a:endCxn id="31" idx="0"/>
          </p:cNvCxnSpPr>
          <p:nvPr/>
        </p:nvCxnSpPr>
        <p:spPr>
          <a:xfrm>
            <a:off x="6471314" y="4769633"/>
            <a:ext cx="1205597" cy="2946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27" idx="2"/>
          </p:cNvCxnSpPr>
          <p:nvPr/>
        </p:nvCxnSpPr>
        <p:spPr>
          <a:xfrm flipH="1">
            <a:off x="10256549" y="2468021"/>
            <a:ext cx="1" cy="38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2413729" y="1818037"/>
            <a:ext cx="847789" cy="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5251610" y="1822162"/>
            <a:ext cx="847789" cy="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26" idx="3"/>
          </p:cNvCxnSpPr>
          <p:nvPr/>
        </p:nvCxnSpPr>
        <p:spPr>
          <a:xfrm>
            <a:off x="8215386" y="1813911"/>
            <a:ext cx="978833" cy="7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2474874" y="3434384"/>
            <a:ext cx="847789" cy="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5259914" y="3426770"/>
            <a:ext cx="978833" cy="7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59170" y="1283835"/>
            <a:ext cx="153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플라스크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149" y="1287876"/>
            <a:ext cx="1875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000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클라이언트 </a:t>
            </a:r>
            <a:r>
              <a:rPr lang="en-US" altLang="ko-KR" sz="1000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000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브라우저</a:t>
            </a:r>
            <a:r>
              <a:rPr lang="en-US" altLang="ko-KR" sz="1000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612364" y="1284416"/>
            <a:ext cx="1300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유저 인증 상태</a:t>
            </a:r>
            <a:endParaRPr lang="en-US" altLang="ko-KR" sz="1200" dirty="0" smtClean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(SESSION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12822" y="1283835"/>
            <a:ext cx="168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관리</a:t>
            </a:r>
            <a:endParaRPr lang="en-US" altLang="ko-KR" sz="12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 삭제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직책 변경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99260" y="3037723"/>
            <a:ext cx="15371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DB (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 대상 등록</a:t>
            </a:r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80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59170" y="3033412"/>
            <a:ext cx="153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AI YOLO 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카메라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41402" y="2940442"/>
            <a:ext cx="19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6. </a:t>
            </a:r>
            <a:r>
              <a:rPr lang="ko-KR" altLang="en-US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이벤트 로그 발생</a:t>
            </a:r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	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0816" y="3531087"/>
            <a:ext cx="1985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7. DB </a:t>
            </a:r>
            <a:r>
              <a:rPr lang="ko-KR" altLang="en-US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 </a:t>
            </a:r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(JSON)	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01" y="2982007"/>
            <a:ext cx="1985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 </a:t>
            </a:r>
            <a:r>
              <a:rPr lang="ko-KR" altLang="en-US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업데이트 </a:t>
            </a:r>
            <a:r>
              <a:rPr lang="en-US" altLang="ko-KR" sz="9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(JSON)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2428" y="4329336"/>
            <a:ext cx="19857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8. </a:t>
            </a:r>
            <a:r>
              <a:rPr lang="ko-KR" altLang="en-US" sz="800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대쉬보드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읽기 </a:t>
            </a:r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조회</a:t>
            </a:r>
            <a:endParaRPr lang="en-US" altLang="ko-KR" sz="800" dirty="0" smtClean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474810" y="5126357"/>
            <a:ext cx="19857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로그 </a:t>
            </a:r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 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</a:t>
            </a:r>
            <a:endParaRPr lang="en-US" altLang="ko-KR" sz="800" dirty="0" smtClean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082665" y="5115739"/>
            <a:ext cx="19857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10. 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카카오 지도 </a:t>
            </a:r>
            <a:r>
              <a:rPr lang="en-US" altLang="ko-KR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 </a:t>
            </a:r>
            <a:r>
              <a:rPr lang="ko-KR" altLang="en-US" sz="8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연동</a:t>
            </a:r>
            <a:endParaRPr lang="en-US" altLang="ko-KR" sz="800" dirty="0" smtClean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678319" y="14552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028" name="Picture 4" descr="Online shop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01" y="167498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B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568" y="3239900"/>
            <a:ext cx="501501" cy="50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8" descr="DB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72" y="3732609"/>
            <a:ext cx="276155" cy="27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iren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12" y="3131718"/>
            <a:ext cx="198853" cy="19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ecurity camera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733" y="3309428"/>
            <a:ext cx="513455" cy="51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8" descr="DB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829" y="5395353"/>
            <a:ext cx="501501" cy="50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shboard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80" y="4586375"/>
            <a:ext cx="551011" cy="55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earch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31" y="1758494"/>
            <a:ext cx="541313" cy="54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서비스 구성도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pic>
        <p:nvPicPr>
          <p:cNvPr id="1048" name="Picture 24" descr="Server 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933" y="1720595"/>
            <a:ext cx="579413" cy="57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Management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635" y="1748990"/>
            <a:ext cx="537151" cy="53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AutoShape 28" descr="Kakao Map API Logo에 대한 이미지 결과"/>
          <p:cNvSpPr>
            <a:spLocks noChangeAspect="1" noChangeArrowheads="1"/>
          </p:cNvSpPr>
          <p:nvPr/>
        </p:nvSpPr>
        <p:spPr bwMode="auto">
          <a:xfrm>
            <a:off x="155575" y="-822325"/>
            <a:ext cx="15049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AutoShape 30" descr="Kakao Map API Logo에 대한 이미지 결과"/>
          <p:cNvSpPr>
            <a:spLocks noChangeAspect="1" noChangeArrowheads="1"/>
          </p:cNvSpPr>
          <p:nvPr/>
        </p:nvSpPr>
        <p:spPr bwMode="auto">
          <a:xfrm>
            <a:off x="307975" y="-669925"/>
            <a:ext cx="15049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58" name="Picture 34" descr="카카오맵 - App desktop untuk Mac, Windows (PC) - WebCatalo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2" t="1675" r="24069" b="2110"/>
          <a:stretch/>
        </p:blipFill>
        <p:spPr bwMode="auto">
          <a:xfrm>
            <a:off x="7401307" y="5355488"/>
            <a:ext cx="551205" cy="53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eam 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747" y="3291977"/>
            <a:ext cx="497349" cy="49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6" name="직선 화살표 연결선 85"/>
          <p:cNvCxnSpPr>
            <a:stCxn id="5" idx="2"/>
            <a:endCxn id="17" idx="0"/>
          </p:cNvCxnSpPr>
          <p:nvPr/>
        </p:nvCxnSpPr>
        <p:spPr>
          <a:xfrm flipH="1">
            <a:off x="7335238" y="3426815"/>
            <a:ext cx="1" cy="107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1177987" y="2802928"/>
            <a:ext cx="7110992" cy="13118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3" name="직선 화살표 연결선 92"/>
          <p:cNvCxnSpPr>
            <a:endCxn id="12" idx="0"/>
          </p:cNvCxnSpPr>
          <p:nvPr/>
        </p:nvCxnSpPr>
        <p:spPr>
          <a:xfrm>
            <a:off x="5852160" y="4114799"/>
            <a:ext cx="7086" cy="151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26" idx="2"/>
          </p:cNvCxnSpPr>
          <p:nvPr/>
        </p:nvCxnSpPr>
        <p:spPr>
          <a:xfrm>
            <a:off x="7288215" y="2459769"/>
            <a:ext cx="0" cy="282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334249" y="2518401"/>
            <a:ext cx="201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대시보드 진입</a:t>
            </a:r>
            <a:endParaRPr lang="ko-KR" altLang="en-US" sz="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852607" y="4091907"/>
            <a:ext cx="243637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대시보드 화면으로 로그 로딩</a:t>
            </a:r>
            <a:endParaRPr lang="ko-KR" altLang="en-US" sz="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93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93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Poppins Black</vt:lpstr>
      <vt:lpstr>나눔스퀘어_ac Bold</vt:lpstr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</cp:lastModifiedBy>
  <cp:revision>15</cp:revision>
  <dcterms:created xsi:type="dcterms:W3CDTF">2026-07-20T04:58:25Z</dcterms:created>
  <dcterms:modified xsi:type="dcterms:W3CDTF">2026-07-21T00:24:04Z</dcterms:modified>
</cp:coreProperties>
</file>