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7"/>
  </p:notesMasterIdLst>
  <p:sldIdLst>
    <p:sldId id="271" r:id="rId2"/>
    <p:sldId id="270" r:id="rId3"/>
    <p:sldId id="273" r:id="rId4"/>
    <p:sldId id="274" r:id="rId5"/>
    <p:sldId id="267" r:id="rId6"/>
  </p:sldIdLst>
  <p:sldSz cx="12192000" cy="6858000"/>
  <p:notesSz cx="6858000" cy="9144000"/>
  <p:embeddedFontLst>
    <p:embeddedFont>
      <p:font typeface="Calibri" panose="020F0502020204030204" pitchFamily="34" charset="0"/>
      <p:regular r:id="rId8"/>
      <p:bold r:id="rId9"/>
      <p:italic r:id="rId10"/>
      <p:boldItalic r:id="rId11"/>
    </p:embeddedFont>
    <p:embeddedFont>
      <p:font typeface="나눔스퀘어_ac Bold" panose="020B0600000101010101" pitchFamily="50" charset="-127"/>
      <p:bold r:id="rId1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5F5F5"/>
    <a:srgbClr val="D3E8FD"/>
    <a:srgbClr val="FFFFFF"/>
    <a:srgbClr val="CAE2F7"/>
    <a:srgbClr val="25A7FF"/>
    <a:srgbClr val="F4F9FE"/>
    <a:srgbClr val="F7FCFF"/>
    <a:srgbClr val="FBFBFB"/>
    <a:srgbClr val="5CBE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C129593-B734-4C85-9C7D-A55B29953C11}" v="140" dt="2026-07-14T14:30:42.095"/>
    <p1510:client id="{B739DA07-CC4F-4792-A8DC-AA79F63479ED}" v="2957" dt="2026-07-14T16:09:22.4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1667" autoAdjust="0"/>
  </p:normalViewPr>
  <p:slideViewPr>
    <p:cSldViewPr snapToGrid="0">
      <p:cViewPr varScale="1">
        <p:scale>
          <a:sx n="93" d="100"/>
          <a:sy n="93" d="100"/>
        </p:scale>
        <p:origin x="96" y="34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041505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605364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1810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84;p13" descr="image.png"/>
          <p:cNvPicPr preferRelativeResize="0"/>
          <p:nvPr userDrawn="1"/>
        </p:nvPicPr>
        <p:blipFill rotWithShape="1">
          <a:blip r:embed="rId1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jpg"/><Relationship Id="rId7" Type="http://schemas.openxmlformats.org/officeDocument/2006/relationships/image" Target="../media/image27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jpg"/><Relationship Id="rId5" Type="http://schemas.openxmlformats.org/officeDocument/2006/relationships/image" Target="../media/image25.jpg"/><Relationship Id="rId4" Type="http://schemas.openxmlformats.org/officeDocument/2006/relationships/image" Target="../media/image24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35">
            <a:extLst>
              <a:ext uri="{FF2B5EF4-FFF2-40B4-BE49-F238E27FC236}">
                <a16:creationId xmlns:a16="http://schemas.microsoft.com/office/drawing/2014/main" id="{960BD0F0-E856-1460-EF43-0F990A62E3DB}"/>
              </a:ext>
            </a:extLst>
          </p:cNvPr>
          <p:cNvSpPr/>
          <p:nvPr/>
        </p:nvSpPr>
        <p:spPr>
          <a:xfrm>
            <a:off x="610348" y="1371522"/>
            <a:ext cx="1629931" cy="4807336"/>
          </a:xfrm>
          <a:prstGeom prst="roundRect">
            <a:avLst>
              <a:gd name="adj" fmla="val 3817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blurRad="38100" dist="50800" dir="2700000" sx="99000" sy="99000" algn="bl" rotWithShape="0">
              <a:srgbClr val="9CA3AF">
                <a:alpha val="12000"/>
              </a:srgbClr>
            </a:outerShdw>
          </a:effectLst>
        </p:spPr>
      </p:sp>
      <p:sp>
        <p:nvSpPr>
          <p:cNvPr id="2098" name="Shape 41">
            <a:extLst>
              <a:ext uri="{FF2B5EF4-FFF2-40B4-BE49-F238E27FC236}">
                <a16:creationId xmlns:a16="http://schemas.microsoft.com/office/drawing/2014/main" id="{BA6C72A9-6DF5-E1AB-72D5-94D783EA2499}"/>
              </a:ext>
            </a:extLst>
          </p:cNvPr>
          <p:cNvSpPr/>
          <p:nvPr/>
        </p:nvSpPr>
        <p:spPr>
          <a:xfrm>
            <a:off x="785233" y="2761114"/>
            <a:ext cx="1272608" cy="1322344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8EEF6"/>
            </a:solidFill>
            <a:prstDash val="solid"/>
          </a:ln>
          <a:effectLst>
            <a:outerShdw blurRad="25400" dist="50800" dir="2700000" algn="bl" rotWithShape="0">
              <a:srgbClr val="9AA6B2">
                <a:alpha val="8000"/>
              </a:srgbClr>
            </a:outerShdw>
          </a:effectLst>
        </p:spPr>
      </p:sp>
      <p:sp>
        <p:nvSpPr>
          <p:cNvPr id="1062" name="Shape 35">
            <a:extLst>
              <a:ext uri="{FF2B5EF4-FFF2-40B4-BE49-F238E27FC236}">
                <a16:creationId xmlns:a16="http://schemas.microsoft.com/office/drawing/2014/main" id="{4E9332FC-1272-5CDD-9550-6F3C4661951A}"/>
              </a:ext>
            </a:extLst>
          </p:cNvPr>
          <p:cNvSpPr/>
          <p:nvPr/>
        </p:nvSpPr>
        <p:spPr>
          <a:xfrm>
            <a:off x="9954487" y="1371522"/>
            <a:ext cx="1629931" cy="4807336"/>
          </a:xfrm>
          <a:prstGeom prst="roundRect">
            <a:avLst>
              <a:gd name="adj" fmla="val 3817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blurRad="38100" dist="50800" dir="2700000" sx="99000" sy="99000" algn="bl" rotWithShape="0">
              <a:srgbClr val="9CA3AF">
                <a:alpha val="12000"/>
              </a:srgbClr>
            </a:outerShdw>
          </a:effectLst>
        </p:spPr>
      </p:sp>
      <p:sp>
        <p:nvSpPr>
          <p:cNvPr id="1061" name="Shape 35">
            <a:extLst>
              <a:ext uri="{FF2B5EF4-FFF2-40B4-BE49-F238E27FC236}">
                <a16:creationId xmlns:a16="http://schemas.microsoft.com/office/drawing/2014/main" id="{2609AA0B-C3FE-09CD-A15D-5576134434A5}"/>
              </a:ext>
            </a:extLst>
          </p:cNvPr>
          <p:cNvSpPr/>
          <p:nvPr/>
        </p:nvSpPr>
        <p:spPr>
          <a:xfrm>
            <a:off x="8095529" y="1365795"/>
            <a:ext cx="1629931" cy="4807336"/>
          </a:xfrm>
          <a:prstGeom prst="roundRect">
            <a:avLst>
              <a:gd name="adj" fmla="val 3817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blurRad="38100" dist="50800" dir="2700000" sx="99000" sy="99000" algn="bl" rotWithShape="0">
              <a:srgbClr val="9CA3AF">
                <a:alpha val="12000"/>
              </a:srgbClr>
            </a:outerShdw>
          </a:effectLst>
        </p:spPr>
      </p:sp>
      <p:sp>
        <p:nvSpPr>
          <p:cNvPr id="1060" name="Shape 35">
            <a:extLst>
              <a:ext uri="{FF2B5EF4-FFF2-40B4-BE49-F238E27FC236}">
                <a16:creationId xmlns:a16="http://schemas.microsoft.com/office/drawing/2014/main" id="{03D48254-5F5D-CDA4-8527-B71FC4458DB1}"/>
              </a:ext>
            </a:extLst>
          </p:cNvPr>
          <p:cNvSpPr/>
          <p:nvPr/>
        </p:nvSpPr>
        <p:spPr>
          <a:xfrm>
            <a:off x="6183287" y="1377967"/>
            <a:ext cx="1629931" cy="4807336"/>
          </a:xfrm>
          <a:prstGeom prst="roundRect">
            <a:avLst>
              <a:gd name="adj" fmla="val 3817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blurRad="38100" dist="50800" dir="2700000" sx="99000" sy="99000" algn="bl" rotWithShape="0">
              <a:srgbClr val="9CA3AF">
                <a:alpha val="12000"/>
              </a:srgbClr>
            </a:outerShdw>
          </a:effectLst>
        </p:spPr>
      </p:sp>
      <p:sp>
        <p:nvSpPr>
          <p:cNvPr id="1059" name="Shape 35">
            <a:extLst>
              <a:ext uri="{FF2B5EF4-FFF2-40B4-BE49-F238E27FC236}">
                <a16:creationId xmlns:a16="http://schemas.microsoft.com/office/drawing/2014/main" id="{08644226-854C-8F06-296D-5B2560D1528A}"/>
              </a:ext>
            </a:extLst>
          </p:cNvPr>
          <p:cNvSpPr/>
          <p:nvPr/>
        </p:nvSpPr>
        <p:spPr>
          <a:xfrm>
            <a:off x="4322732" y="1365795"/>
            <a:ext cx="1629931" cy="4807336"/>
          </a:xfrm>
          <a:prstGeom prst="roundRect">
            <a:avLst>
              <a:gd name="adj" fmla="val 3817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blurRad="38100" dist="50800" dir="2700000" sx="99000" sy="99000" algn="bl" rotWithShape="0">
              <a:srgbClr val="9CA3AF">
                <a:alpha val="12000"/>
              </a:srgbClr>
            </a:outerShdw>
          </a:effectLst>
        </p:spPr>
      </p:sp>
      <p:sp>
        <p:nvSpPr>
          <p:cNvPr id="1058" name="Shape 35">
            <a:extLst>
              <a:ext uri="{FF2B5EF4-FFF2-40B4-BE49-F238E27FC236}">
                <a16:creationId xmlns:a16="http://schemas.microsoft.com/office/drawing/2014/main" id="{1B5DBF3E-D060-A539-2595-607DB4B653A1}"/>
              </a:ext>
            </a:extLst>
          </p:cNvPr>
          <p:cNvSpPr/>
          <p:nvPr/>
        </p:nvSpPr>
        <p:spPr>
          <a:xfrm>
            <a:off x="2466540" y="1369436"/>
            <a:ext cx="1629931" cy="4807336"/>
          </a:xfrm>
          <a:prstGeom prst="roundRect">
            <a:avLst>
              <a:gd name="adj" fmla="val 3817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blurRad="38100" dist="50800" dir="2700000" sx="99000" sy="99000" algn="bl" rotWithShape="0">
              <a:srgbClr val="9CA3AF">
                <a:alpha val="12000"/>
              </a:srgbClr>
            </a:outerShdw>
          </a:effectLst>
        </p:spPr>
      </p:sp>
      <p:pic>
        <p:nvPicPr>
          <p:cNvPr id="6" name="Picture 5" descr="s1_windows.png"/>
          <p:cNvPicPr>
            <a:picLocks noChangeAspect="1"/>
          </p:cNvPicPr>
          <p:nvPr/>
        </p:nvPicPr>
        <p:blipFill rotWithShape="1">
          <a:blip r:embed="rId3"/>
          <a:srcRect l="5705" r="16697" b="9035"/>
          <a:stretch/>
        </p:blipFill>
        <p:spPr>
          <a:xfrm>
            <a:off x="787279" y="2677996"/>
            <a:ext cx="1328168" cy="145247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21934" y="1674291"/>
            <a:ext cx="924932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800" b="1">
                <a:solidFill>
                  <a:srgbClr val="1443F0"/>
                </a:solidFill>
                <a:latin typeface="Malgun Gothic"/>
              </a:defRPr>
            </a:pPr>
            <a:r>
              <a:rPr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OS / </a:t>
            </a:r>
            <a:r>
              <a:rPr dirty="0" err="1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실행</a:t>
            </a:r>
            <a:endParaRPr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cxnSp>
        <p:nvCxnSpPr>
          <p:cNvPr id="8" name="Connector 7"/>
          <p:cNvCxnSpPr>
            <a:cxnSpLocks/>
          </p:cNvCxnSpPr>
          <p:nvPr/>
        </p:nvCxnSpPr>
        <p:spPr>
          <a:xfrm>
            <a:off x="838631" y="2052911"/>
            <a:ext cx="1091539" cy="0"/>
          </a:xfrm>
          <a:prstGeom prst="line">
            <a:avLst/>
          </a:prstGeom>
          <a:ln w="13335">
            <a:solidFill>
              <a:srgbClr val="1443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10958" y="4796684"/>
            <a:ext cx="1346883" cy="445763"/>
          </a:xfrm>
          <a:prstGeom prst="rect">
            <a:avLst/>
          </a:prstGeom>
          <a:noFill/>
        </p:spPr>
        <p:txBody>
          <a:bodyPr wrap="square" lIns="18288" tIns="0" rIns="0" bIns="0">
            <a:spAutoFit/>
          </a:bodyPr>
          <a:lstStyle/>
          <a:p>
            <a:pPr>
              <a:spcAft>
                <a:spcPts val="450"/>
              </a:spcAft>
              <a:defRPr sz="1240">
                <a:solidFill>
                  <a:srgbClr val="26272B"/>
                </a:solidFill>
                <a:latin typeface="Malgun Gothic"/>
              </a:defRPr>
            </a:pPr>
            <a:r>
              <a:rPr lang="en-US" sz="1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• Windows 10</a:t>
            </a:r>
          </a:p>
          <a:p>
            <a:pPr>
              <a:spcAft>
                <a:spcPts val="450"/>
              </a:spcAft>
              <a:defRPr sz="1240">
                <a:solidFill>
                  <a:srgbClr val="26272B"/>
                </a:solidFill>
                <a:latin typeface="Malgun Gothic"/>
              </a:defRPr>
            </a:pPr>
            <a:r>
              <a:rPr lang="en-US" sz="1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• Python 3.12.0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59618" y="4817911"/>
            <a:ext cx="1499616" cy="1179810"/>
          </a:xfrm>
          <a:prstGeom prst="rect">
            <a:avLst/>
          </a:prstGeom>
          <a:noFill/>
        </p:spPr>
        <p:txBody>
          <a:bodyPr wrap="square" lIns="18288" tIns="0" rIns="0" bIns="0">
            <a:spAutoFit/>
          </a:bodyPr>
          <a:lstStyle/>
          <a:p>
            <a:pPr>
              <a:spcAft>
                <a:spcPts val="450"/>
              </a:spcAft>
              <a:defRPr sz="1220">
                <a:solidFill>
                  <a:srgbClr val="26272B"/>
                </a:solidFill>
                <a:latin typeface="Malgun Gothic"/>
              </a:defRPr>
            </a:pPr>
            <a:r>
              <a:rPr lang="en-US" sz="1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• OpenCV 4.13</a:t>
            </a:r>
          </a:p>
          <a:p>
            <a:pPr>
              <a:spcAft>
                <a:spcPts val="450"/>
              </a:spcAft>
              <a:defRPr sz="1220">
                <a:solidFill>
                  <a:srgbClr val="26272B"/>
                </a:solidFill>
                <a:latin typeface="Malgun Gothic"/>
              </a:defRPr>
            </a:pPr>
            <a:r>
              <a:rPr lang="en-US" sz="1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• Ultralytics YOLO</a:t>
            </a:r>
          </a:p>
          <a:p>
            <a:pPr>
              <a:spcAft>
                <a:spcPts val="450"/>
              </a:spcAft>
              <a:defRPr sz="1220">
                <a:solidFill>
                  <a:srgbClr val="26272B"/>
                </a:solidFill>
                <a:latin typeface="Malgun Gothic"/>
              </a:defRPr>
            </a:pPr>
            <a:r>
              <a:rPr lang="en-US" sz="1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• InsightFace 1.0.1</a:t>
            </a:r>
          </a:p>
          <a:p>
            <a:pPr>
              <a:spcAft>
                <a:spcPts val="450"/>
              </a:spcAft>
              <a:defRPr sz="1220">
                <a:solidFill>
                  <a:srgbClr val="26272B"/>
                </a:solidFill>
                <a:latin typeface="Malgun Gothic"/>
              </a:defRPr>
            </a:pPr>
            <a:r>
              <a:rPr lang="en-US" sz="1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• Torch</a:t>
            </a:r>
          </a:p>
          <a:p>
            <a:pPr>
              <a:spcAft>
                <a:spcPts val="450"/>
              </a:spcAft>
              <a:defRPr sz="1220">
                <a:solidFill>
                  <a:srgbClr val="26272B"/>
                </a:solidFill>
                <a:latin typeface="Malgun Gothic"/>
              </a:defRPr>
            </a:pPr>
            <a:r>
              <a:rPr lang="en-US" altLang="ko-KR" sz="1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• ONNX Runtime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6215" y="4832756"/>
            <a:ext cx="1567455" cy="937180"/>
          </a:xfrm>
          <a:prstGeom prst="rect">
            <a:avLst/>
          </a:prstGeom>
          <a:noFill/>
        </p:spPr>
        <p:txBody>
          <a:bodyPr wrap="square" lIns="18288" tIns="0" rIns="0" bIns="0">
            <a:spAutoFit/>
          </a:bodyPr>
          <a:lstStyle/>
          <a:p>
            <a:pPr>
              <a:spcAft>
                <a:spcPts val="450"/>
              </a:spcAft>
              <a:defRPr sz="1210">
                <a:solidFill>
                  <a:srgbClr val="26272B"/>
                </a:solidFill>
                <a:latin typeface="Malgun Gothic"/>
              </a:defRPr>
            </a:pPr>
            <a:r>
              <a:rPr lang="en-US" sz="1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• JSON </a:t>
            </a:r>
            <a:r>
              <a:rPr lang="ko-KR" altLang="en-US" sz="1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파일 저장</a:t>
            </a:r>
          </a:p>
          <a:p>
            <a:pPr>
              <a:spcAft>
                <a:spcPts val="450"/>
              </a:spcAft>
              <a:defRPr sz="1210">
                <a:solidFill>
                  <a:srgbClr val="26272B"/>
                </a:solidFill>
                <a:latin typeface="Malgun Gothic"/>
              </a:defRPr>
            </a:pPr>
            <a:r>
              <a:rPr lang="en-US" altLang="ko-KR" sz="1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• </a:t>
            </a:r>
            <a:r>
              <a:rPr lang="en-US" sz="1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NPZ </a:t>
            </a:r>
            <a:r>
              <a:rPr lang="ko-KR" altLang="en-US" sz="1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얼굴 임베딩</a:t>
            </a:r>
          </a:p>
          <a:p>
            <a:pPr>
              <a:spcAft>
                <a:spcPts val="450"/>
              </a:spcAft>
              <a:defRPr sz="1210">
                <a:solidFill>
                  <a:srgbClr val="26272B"/>
                </a:solidFill>
                <a:latin typeface="Malgun Gothic"/>
              </a:defRPr>
            </a:pPr>
            <a:r>
              <a:rPr lang="en-US" altLang="ko-KR" sz="1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• </a:t>
            </a:r>
            <a:r>
              <a:rPr lang="en-US" sz="1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Pandas/OpenPyXL</a:t>
            </a:r>
          </a:p>
          <a:p>
            <a:pPr>
              <a:spcAft>
                <a:spcPts val="450"/>
              </a:spcAft>
              <a:defRPr sz="1210">
                <a:solidFill>
                  <a:srgbClr val="26272B"/>
                </a:solidFill>
                <a:latin typeface="Malgun Gothic"/>
              </a:defRPr>
            </a:pPr>
            <a:r>
              <a:rPr lang="en-US" sz="1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• Captcha/Matplotlib</a:t>
            </a:r>
            <a:endParaRPr sz="12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33" name="Google Shape;86;p13">
            <a:extLst>
              <a:ext uri="{FF2B5EF4-FFF2-40B4-BE49-F238E27FC236}">
                <a16:creationId xmlns:a16="http://schemas.microsoft.com/office/drawing/2014/main" id="{E04A4474-2736-C460-A196-B7B307E30FD3}"/>
              </a:ext>
            </a:extLst>
          </p:cNvPr>
          <p:cNvSpPr/>
          <p:nvPr/>
        </p:nvSpPr>
        <p:spPr>
          <a:xfrm>
            <a:off x="771525" y="1365795"/>
            <a:ext cx="106489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Calibri"/>
              <a:sym typeface="Calibri"/>
            </a:endParaRPr>
          </a:p>
        </p:txBody>
      </p:sp>
      <p:sp>
        <p:nvSpPr>
          <p:cNvPr id="35" name="Google Shape;179;p16">
            <a:extLst>
              <a:ext uri="{FF2B5EF4-FFF2-40B4-BE49-F238E27FC236}">
                <a16:creationId xmlns:a16="http://schemas.microsoft.com/office/drawing/2014/main" id="{C61A91A3-870B-7D10-34CB-703CF2F67625}"/>
              </a:ext>
            </a:extLst>
          </p:cNvPr>
          <p:cNvSpPr txBox="1"/>
          <p:nvPr/>
        </p:nvSpPr>
        <p:spPr>
          <a:xfrm>
            <a:off x="771525" y="581025"/>
            <a:ext cx="11181397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en-US" altLang="ko-KR" sz="2850" b="1" dirty="0">
                <a:solidFill>
                  <a:srgbClr val="0F172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Poppins Black"/>
              </a:rPr>
              <a:t>04. </a:t>
            </a:r>
            <a:r>
              <a:rPr lang="ko-KR" altLang="en-US" sz="2850" b="1" dirty="0">
                <a:solidFill>
                  <a:srgbClr val="0F172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Poppins Black"/>
              </a:rPr>
              <a:t>사용 툴 및 개발 환경</a:t>
            </a:r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F20A0272-07C4-2813-A232-5365D8FA0F86}"/>
              </a:ext>
            </a:extLst>
          </p:cNvPr>
          <p:cNvCxnSpPr/>
          <p:nvPr/>
        </p:nvCxnSpPr>
        <p:spPr>
          <a:xfrm>
            <a:off x="615250" y="6178858"/>
            <a:ext cx="10970514" cy="0"/>
          </a:xfrm>
          <a:prstGeom prst="line">
            <a:avLst/>
          </a:prstGeom>
          <a:ln>
            <a:solidFill>
              <a:schemeClr val="bg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EEC92C92-F4F5-83E4-7029-4EFAABB49E39}"/>
              </a:ext>
            </a:extLst>
          </p:cNvPr>
          <p:cNvCxnSpPr/>
          <p:nvPr/>
        </p:nvCxnSpPr>
        <p:spPr>
          <a:xfrm>
            <a:off x="606641" y="1376039"/>
            <a:ext cx="0" cy="4802819"/>
          </a:xfrm>
          <a:prstGeom prst="line">
            <a:avLst/>
          </a:prstGeom>
          <a:ln>
            <a:solidFill>
              <a:schemeClr val="bg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118E4DE0-B76A-EF68-CE8F-99CD181F3506}"/>
              </a:ext>
            </a:extLst>
          </p:cNvPr>
          <p:cNvCxnSpPr/>
          <p:nvPr/>
        </p:nvCxnSpPr>
        <p:spPr>
          <a:xfrm flipV="1">
            <a:off x="606641" y="1145219"/>
            <a:ext cx="10979123" cy="9327"/>
          </a:xfrm>
          <a:prstGeom prst="line">
            <a:avLst/>
          </a:prstGeom>
          <a:ln>
            <a:solidFill>
              <a:schemeClr val="bg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88B00A91-413A-6649-C9C1-177748E82E19}"/>
              </a:ext>
            </a:extLst>
          </p:cNvPr>
          <p:cNvCxnSpPr/>
          <p:nvPr/>
        </p:nvCxnSpPr>
        <p:spPr>
          <a:xfrm flipV="1">
            <a:off x="615250" y="1376039"/>
            <a:ext cx="10970514" cy="1928"/>
          </a:xfrm>
          <a:prstGeom prst="line">
            <a:avLst/>
          </a:prstGeom>
          <a:ln>
            <a:solidFill>
              <a:schemeClr val="bg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E14E289E-6D72-9285-D0FC-F77AB2171644}"/>
              </a:ext>
            </a:extLst>
          </p:cNvPr>
          <p:cNvSpPr txBox="1"/>
          <p:nvPr/>
        </p:nvSpPr>
        <p:spPr>
          <a:xfrm>
            <a:off x="6546827" y="1695518"/>
            <a:ext cx="830357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800" b="1">
                <a:solidFill>
                  <a:srgbClr val="1443F0"/>
                </a:solidFill>
                <a:latin typeface="Malgun Gothic"/>
              </a:defRPr>
            </a:pPr>
            <a:r>
              <a:rPr lang="en-US" altLang="ko-KR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AI / </a:t>
            </a:r>
            <a:r>
              <a:rPr lang="ko-KR" altLang="en-US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비전</a:t>
            </a:r>
          </a:p>
        </p:txBody>
      </p:sp>
      <p:cxnSp>
        <p:nvCxnSpPr>
          <p:cNvPr id="37" name="Connector 7">
            <a:extLst>
              <a:ext uri="{FF2B5EF4-FFF2-40B4-BE49-F238E27FC236}">
                <a16:creationId xmlns:a16="http://schemas.microsoft.com/office/drawing/2014/main" id="{CF25283F-2CCB-AF9A-4ADF-A71DDFBA7B37}"/>
              </a:ext>
            </a:extLst>
          </p:cNvPr>
          <p:cNvCxnSpPr>
            <a:cxnSpLocks/>
          </p:cNvCxnSpPr>
          <p:nvPr/>
        </p:nvCxnSpPr>
        <p:spPr>
          <a:xfrm>
            <a:off x="6416236" y="2074138"/>
            <a:ext cx="1091539" cy="0"/>
          </a:xfrm>
          <a:prstGeom prst="line">
            <a:avLst/>
          </a:prstGeom>
          <a:ln w="13335">
            <a:solidFill>
              <a:srgbClr val="1443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2E5365F6-DF90-CCB2-5705-10A834634F46}"/>
              </a:ext>
            </a:extLst>
          </p:cNvPr>
          <p:cNvSpPr txBox="1"/>
          <p:nvPr/>
        </p:nvSpPr>
        <p:spPr>
          <a:xfrm>
            <a:off x="8351983" y="1690908"/>
            <a:ext cx="1011495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800" b="1">
                <a:solidFill>
                  <a:srgbClr val="1443F0"/>
                </a:solidFill>
                <a:latin typeface="Malgun Gothic"/>
              </a:defRPr>
            </a:pPr>
            <a:r>
              <a:rPr lang="ko-KR" altLang="en-US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저장 </a:t>
            </a:r>
            <a:r>
              <a:rPr lang="en-US" altLang="ko-KR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/ </a:t>
            </a:r>
            <a:r>
              <a:rPr lang="ko-KR" altLang="en-US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처리</a:t>
            </a:r>
          </a:p>
        </p:txBody>
      </p:sp>
      <p:cxnSp>
        <p:nvCxnSpPr>
          <p:cNvPr id="39" name="Connector 7">
            <a:extLst>
              <a:ext uri="{FF2B5EF4-FFF2-40B4-BE49-F238E27FC236}">
                <a16:creationId xmlns:a16="http://schemas.microsoft.com/office/drawing/2014/main" id="{9B2A6D6C-8264-5256-0919-6C3A9AD0E2C5}"/>
              </a:ext>
            </a:extLst>
          </p:cNvPr>
          <p:cNvCxnSpPr>
            <a:cxnSpLocks/>
          </p:cNvCxnSpPr>
          <p:nvPr/>
        </p:nvCxnSpPr>
        <p:spPr>
          <a:xfrm>
            <a:off x="8311961" y="2069528"/>
            <a:ext cx="1091539" cy="0"/>
          </a:xfrm>
          <a:prstGeom prst="line">
            <a:avLst/>
          </a:prstGeom>
          <a:ln w="13335">
            <a:solidFill>
              <a:srgbClr val="1443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570859" y="4798675"/>
            <a:ext cx="1365171" cy="955646"/>
          </a:xfrm>
          <a:prstGeom prst="rect">
            <a:avLst/>
          </a:prstGeom>
          <a:noFill/>
        </p:spPr>
        <p:txBody>
          <a:bodyPr wrap="square" lIns="18288" tIns="0" rIns="0" bIns="0">
            <a:spAutoFit/>
          </a:bodyPr>
          <a:lstStyle/>
          <a:p>
            <a:pPr>
              <a:spcAft>
                <a:spcPts val="450"/>
              </a:spcAft>
              <a:defRPr sz="1240">
                <a:solidFill>
                  <a:srgbClr val="26272B"/>
                </a:solidFill>
                <a:latin typeface="Malgun Gothic"/>
              </a:defRPr>
            </a:pPr>
            <a:r>
              <a:rPr lang="en-US" sz="1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• Flask 3.1.3</a:t>
            </a:r>
          </a:p>
          <a:p>
            <a:pPr>
              <a:spcAft>
                <a:spcPts val="450"/>
              </a:spcAft>
              <a:defRPr sz="1240">
                <a:solidFill>
                  <a:srgbClr val="26272B"/>
                </a:solidFill>
                <a:latin typeface="Malgun Gothic"/>
              </a:defRPr>
            </a:pPr>
            <a:r>
              <a:rPr lang="en-US" sz="1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• Jinja2 3.1.6</a:t>
            </a:r>
          </a:p>
          <a:p>
            <a:pPr>
              <a:spcAft>
                <a:spcPts val="450"/>
              </a:spcAft>
              <a:defRPr sz="1240">
                <a:solidFill>
                  <a:srgbClr val="26272B"/>
                </a:solidFill>
                <a:latin typeface="Malgun Gothic"/>
              </a:defRPr>
            </a:pPr>
            <a:r>
              <a:rPr lang="en-US" sz="1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• Werkzeug 3.1.8</a:t>
            </a:r>
          </a:p>
          <a:p>
            <a:pPr>
              <a:spcAft>
                <a:spcPts val="450"/>
              </a:spcAft>
              <a:defRPr sz="1240">
                <a:solidFill>
                  <a:srgbClr val="26272B"/>
                </a:solidFill>
                <a:latin typeface="Malgun Gothic"/>
              </a:defRPr>
            </a:pPr>
            <a:r>
              <a:rPr lang="en-US" sz="1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• HTML / CSS / JS</a:t>
            </a:r>
            <a:endParaRPr sz="12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BE8EA1A-84C5-4B92-CE23-0EF2CE948643}"/>
              </a:ext>
            </a:extLst>
          </p:cNvPr>
          <p:cNvSpPr txBox="1"/>
          <p:nvPr/>
        </p:nvSpPr>
        <p:spPr>
          <a:xfrm>
            <a:off x="2576206" y="1672657"/>
            <a:ext cx="1409040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800" b="1">
                <a:solidFill>
                  <a:srgbClr val="1443F0"/>
                </a:solidFill>
                <a:latin typeface="Malgun Gothic"/>
              </a:defRPr>
            </a:pPr>
            <a:r>
              <a:rPr lang="ko-KR" altLang="en-US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웹 </a:t>
            </a:r>
            <a:r>
              <a:rPr lang="en-US" altLang="ko-KR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/ </a:t>
            </a:r>
            <a:r>
              <a:rPr lang="ko-KR" altLang="en-US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프론트엔드</a:t>
            </a:r>
          </a:p>
        </p:txBody>
      </p:sp>
      <p:cxnSp>
        <p:nvCxnSpPr>
          <p:cNvPr id="26" name="Connector 7">
            <a:extLst>
              <a:ext uri="{FF2B5EF4-FFF2-40B4-BE49-F238E27FC236}">
                <a16:creationId xmlns:a16="http://schemas.microsoft.com/office/drawing/2014/main" id="{2773563B-EE5D-2865-9C0B-D9C0421F2563}"/>
              </a:ext>
            </a:extLst>
          </p:cNvPr>
          <p:cNvCxnSpPr>
            <a:cxnSpLocks/>
          </p:cNvCxnSpPr>
          <p:nvPr/>
        </p:nvCxnSpPr>
        <p:spPr>
          <a:xfrm>
            <a:off x="2588981" y="2057278"/>
            <a:ext cx="1399653" cy="10360"/>
          </a:xfrm>
          <a:prstGeom prst="line">
            <a:avLst/>
          </a:prstGeom>
          <a:ln w="13335">
            <a:solidFill>
              <a:srgbClr val="1443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6" name="TextBox 1035">
            <a:extLst>
              <a:ext uri="{FF2B5EF4-FFF2-40B4-BE49-F238E27FC236}">
                <a16:creationId xmlns:a16="http://schemas.microsoft.com/office/drawing/2014/main" id="{9E144E27-DA6F-CF3F-A2AC-D6AD0CC71273}"/>
              </a:ext>
            </a:extLst>
          </p:cNvPr>
          <p:cNvSpPr txBox="1"/>
          <p:nvPr/>
        </p:nvSpPr>
        <p:spPr>
          <a:xfrm>
            <a:off x="4435438" y="4816835"/>
            <a:ext cx="1018639" cy="682238"/>
          </a:xfrm>
          <a:prstGeom prst="rect">
            <a:avLst/>
          </a:prstGeom>
          <a:noFill/>
        </p:spPr>
        <p:txBody>
          <a:bodyPr wrap="square" lIns="18288" tIns="0" rIns="0" bIns="0">
            <a:spAutoFit/>
          </a:bodyPr>
          <a:lstStyle/>
          <a:p>
            <a:pPr marL="92075" indent="-92075">
              <a:spcAft>
                <a:spcPts val="450"/>
              </a:spcAft>
              <a:defRPr sz="1240">
                <a:solidFill>
                  <a:srgbClr val="26272B"/>
                </a:solidFill>
                <a:latin typeface="Malgun Gothic"/>
              </a:defRPr>
            </a:pPr>
            <a:r>
              <a:rPr lang="en-US" altLang="ko-KR" sz="1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• Python</a:t>
            </a:r>
          </a:p>
          <a:p>
            <a:pPr marL="92075" indent="-92075">
              <a:spcAft>
                <a:spcPts val="450"/>
              </a:spcAft>
              <a:defRPr sz="1240">
                <a:solidFill>
                  <a:srgbClr val="26272B"/>
                </a:solidFill>
                <a:latin typeface="Malgun Gothic"/>
              </a:defRPr>
            </a:pPr>
            <a:r>
              <a:rPr lang="en-US" altLang="ko-KR" sz="1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• Flask</a:t>
            </a:r>
          </a:p>
          <a:p>
            <a:pPr marL="92075" indent="-92075">
              <a:spcAft>
                <a:spcPts val="450"/>
              </a:spcAft>
              <a:defRPr sz="1240">
                <a:solidFill>
                  <a:srgbClr val="26272B"/>
                </a:solidFill>
                <a:latin typeface="Malgun Gothic"/>
              </a:defRPr>
            </a:pPr>
            <a:r>
              <a:rPr lang="en-US" altLang="ko-KR" sz="1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• Jinja2</a:t>
            </a:r>
          </a:p>
        </p:txBody>
      </p:sp>
      <p:sp>
        <p:nvSpPr>
          <p:cNvPr id="1037" name="TextBox 1036">
            <a:extLst>
              <a:ext uri="{FF2B5EF4-FFF2-40B4-BE49-F238E27FC236}">
                <a16:creationId xmlns:a16="http://schemas.microsoft.com/office/drawing/2014/main" id="{57387E92-9B63-83D0-E681-AA1E6ACC60B3}"/>
              </a:ext>
            </a:extLst>
          </p:cNvPr>
          <p:cNvSpPr txBox="1"/>
          <p:nvPr/>
        </p:nvSpPr>
        <p:spPr>
          <a:xfrm>
            <a:off x="4539425" y="1683866"/>
            <a:ext cx="1210267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800" b="1">
                <a:solidFill>
                  <a:srgbClr val="1443F0"/>
                </a:solidFill>
                <a:latin typeface="Malgun Gothic"/>
              </a:defRPr>
            </a:pPr>
            <a:r>
              <a:rPr lang="ko-KR" altLang="en-US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서버</a:t>
            </a:r>
            <a:r>
              <a:rPr lang="en-US" altLang="ko-KR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/ </a:t>
            </a:r>
            <a:r>
              <a:rPr lang="ko-KR" altLang="en-US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백엔드</a:t>
            </a:r>
          </a:p>
        </p:txBody>
      </p:sp>
      <p:cxnSp>
        <p:nvCxnSpPr>
          <p:cNvPr id="1038" name="Connector 7">
            <a:extLst>
              <a:ext uri="{FF2B5EF4-FFF2-40B4-BE49-F238E27FC236}">
                <a16:creationId xmlns:a16="http://schemas.microsoft.com/office/drawing/2014/main" id="{2877B33B-1888-3553-1714-317BF153A9A1}"/>
              </a:ext>
            </a:extLst>
          </p:cNvPr>
          <p:cNvCxnSpPr>
            <a:cxnSpLocks/>
          </p:cNvCxnSpPr>
          <p:nvPr/>
        </p:nvCxnSpPr>
        <p:spPr>
          <a:xfrm>
            <a:off x="4598789" y="2062486"/>
            <a:ext cx="1091539" cy="0"/>
          </a:xfrm>
          <a:prstGeom prst="line">
            <a:avLst/>
          </a:prstGeom>
          <a:ln w="13335">
            <a:solidFill>
              <a:srgbClr val="1443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7" name="직선 연결선 1056">
            <a:extLst>
              <a:ext uri="{FF2B5EF4-FFF2-40B4-BE49-F238E27FC236}">
                <a16:creationId xmlns:a16="http://schemas.microsoft.com/office/drawing/2014/main" id="{47E46656-99D6-45CE-4007-B09EA5E2C960}"/>
              </a:ext>
            </a:extLst>
          </p:cNvPr>
          <p:cNvCxnSpPr/>
          <p:nvPr/>
        </p:nvCxnSpPr>
        <p:spPr>
          <a:xfrm>
            <a:off x="11585764" y="1376039"/>
            <a:ext cx="0" cy="4802819"/>
          </a:xfrm>
          <a:prstGeom prst="line">
            <a:avLst/>
          </a:prstGeom>
          <a:ln>
            <a:solidFill>
              <a:schemeClr val="bg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4" name="TextBox 1063">
            <a:extLst>
              <a:ext uri="{FF2B5EF4-FFF2-40B4-BE49-F238E27FC236}">
                <a16:creationId xmlns:a16="http://schemas.microsoft.com/office/drawing/2014/main" id="{A1A6C7D2-098A-C87C-DB44-E6EB92CEA380}"/>
              </a:ext>
            </a:extLst>
          </p:cNvPr>
          <p:cNvSpPr txBox="1"/>
          <p:nvPr/>
        </p:nvSpPr>
        <p:spPr>
          <a:xfrm>
            <a:off x="10052540" y="4821215"/>
            <a:ext cx="872744" cy="705321"/>
          </a:xfrm>
          <a:prstGeom prst="rect">
            <a:avLst/>
          </a:prstGeom>
          <a:noFill/>
        </p:spPr>
        <p:txBody>
          <a:bodyPr wrap="square" lIns="18288" tIns="0" rIns="0" bIns="0">
            <a:spAutoFit/>
          </a:bodyPr>
          <a:lstStyle/>
          <a:p>
            <a:pPr>
              <a:spcAft>
                <a:spcPts val="450"/>
              </a:spcAft>
              <a:defRPr sz="1250">
                <a:solidFill>
                  <a:srgbClr val="26272B"/>
                </a:solidFill>
                <a:latin typeface="Malgun Gothic"/>
              </a:defRPr>
            </a:pPr>
            <a:r>
              <a:rPr lang="en-US" sz="1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•  Git</a:t>
            </a:r>
          </a:p>
          <a:p>
            <a:pPr>
              <a:spcAft>
                <a:spcPts val="450"/>
              </a:spcAft>
              <a:defRPr sz="1250">
                <a:solidFill>
                  <a:srgbClr val="26272B"/>
                </a:solidFill>
                <a:latin typeface="Malgun Gothic"/>
              </a:defRPr>
            </a:pPr>
            <a:r>
              <a:rPr lang="en-US" sz="1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•  GitHub</a:t>
            </a:r>
          </a:p>
          <a:p>
            <a:pPr>
              <a:spcAft>
                <a:spcPts val="450"/>
              </a:spcAft>
              <a:defRPr sz="1250">
                <a:solidFill>
                  <a:srgbClr val="26272B"/>
                </a:solidFill>
                <a:latin typeface="Malgun Gothic"/>
              </a:defRPr>
            </a:pPr>
            <a:r>
              <a:rPr lang="en-US" sz="1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•  Slack</a:t>
            </a:r>
            <a:endParaRPr sz="12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065" name="TextBox 1064">
            <a:extLst>
              <a:ext uri="{FF2B5EF4-FFF2-40B4-BE49-F238E27FC236}">
                <a16:creationId xmlns:a16="http://schemas.microsoft.com/office/drawing/2014/main" id="{7148DDB5-1C39-E9CF-0D54-AA61502E93A2}"/>
              </a:ext>
            </a:extLst>
          </p:cNvPr>
          <p:cNvSpPr txBox="1"/>
          <p:nvPr/>
        </p:nvSpPr>
        <p:spPr>
          <a:xfrm>
            <a:off x="10344789" y="1682646"/>
            <a:ext cx="654025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800" b="1">
                <a:solidFill>
                  <a:srgbClr val="1443F0"/>
                </a:solidFill>
                <a:latin typeface="Malgun Gothic"/>
              </a:defRPr>
            </a:pPr>
            <a:r>
              <a:rPr lang="ko-KR" altLang="en-US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협업 툴</a:t>
            </a:r>
          </a:p>
        </p:txBody>
      </p:sp>
      <p:cxnSp>
        <p:nvCxnSpPr>
          <p:cNvPr id="1066" name="Connector 7">
            <a:extLst>
              <a:ext uri="{FF2B5EF4-FFF2-40B4-BE49-F238E27FC236}">
                <a16:creationId xmlns:a16="http://schemas.microsoft.com/office/drawing/2014/main" id="{7AD0A3A5-91C6-F518-5BFF-0D32283ACC49}"/>
              </a:ext>
            </a:extLst>
          </p:cNvPr>
          <p:cNvCxnSpPr>
            <a:cxnSpLocks/>
          </p:cNvCxnSpPr>
          <p:nvPr/>
        </p:nvCxnSpPr>
        <p:spPr>
          <a:xfrm>
            <a:off x="10126032" y="2061266"/>
            <a:ext cx="1091539" cy="0"/>
          </a:xfrm>
          <a:prstGeom prst="line">
            <a:avLst/>
          </a:prstGeom>
          <a:ln w="13335">
            <a:solidFill>
              <a:srgbClr val="1443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64" name="Shape 13">
            <a:extLst>
              <a:ext uri="{FF2B5EF4-FFF2-40B4-BE49-F238E27FC236}">
                <a16:creationId xmlns:a16="http://schemas.microsoft.com/office/drawing/2014/main" id="{E2F3C5EA-76DF-6282-7911-636D02FCD6D4}"/>
              </a:ext>
            </a:extLst>
          </p:cNvPr>
          <p:cNvSpPr/>
          <p:nvPr/>
        </p:nvSpPr>
        <p:spPr>
          <a:xfrm>
            <a:off x="2574264" y="2742232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8EEF6"/>
            </a:solidFill>
            <a:prstDash val="solid"/>
          </a:ln>
          <a:effectLst>
            <a:outerShdw blurRad="25400" dist="50800" dir="2700000" algn="bl" rotWithShape="0">
              <a:srgbClr val="9AA6B2">
                <a:alpha val="8000"/>
              </a:srgbClr>
            </a:outerShdw>
          </a:effectLst>
        </p:spPr>
      </p:sp>
      <p:pic>
        <p:nvPicPr>
          <p:cNvPr id="2065" name="Image 1" descr="/mnt/data/tech_stack_icons_transparent/02_python_web.png">
            <a:extLst>
              <a:ext uri="{FF2B5EF4-FFF2-40B4-BE49-F238E27FC236}">
                <a16:creationId xmlns:a16="http://schemas.microsoft.com/office/drawing/2014/main" id="{9AF0F8D8-7F6D-0FAE-B417-CFDFA47120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4673" y="2812641"/>
            <a:ext cx="499262" cy="499262"/>
          </a:xfrm>
          <a:prstGeom prst="rect">
            <a:avLst/>
          </a:prstGeom>
        </p:spPr>
      </p:pic>
      <p:sp>
        <p:nvSpPr>
          <p:cNvPr id="2066" name="Shape 14">
            <a:extLst>
              <a:ext uri="{FF2B5EF4-FFF2-40B4-BE49-F238E27FC236}">
                <a16:creationId xmlns:a16="http://schemas.microsoft.com/office/drawing/2014/main" id="{F3F93A90-F10C-B514-98A8-33B61F828FBC}"/>
              </a:ext>
            </a:extLst>
          </p:cNvPr>
          <p:cNvSpPr/>
          <p:nvPr/>
        </p:nvSpPr>
        <p:spPr>
          <a:xfrm>
            <a:off x="3324072" y="2742232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8EEF6"/>
            </a:solidFill>
            <a:prstDash val="solid"/>
          </a:ln>
          <a:effectLst>
            <a:outerShdw blurRad="25400" dist="50800" dir="2700000" algn="bl" rotWithShape="0">
              <a:srgbClr val="9AA6B2">
                <a:alpha val="8000"/>
              </a:srgbClr>
            </a:outerShdw>
          </a:effectLst>
        </p:spPr>
      </p:sp>
      <p:pic>
        <p:nvPicPr>
          <p:cNvPr id="2067" name="Image 2" descr="/mnt/data/tech_stack_icons_transparent/03_html5.png">
            <a:extLst>
              <a:ext uri="{FF2B5EF4-FFF2-40B4-BE49-F238E27FC236}">
                <a16:creationId xmlns:a16="http://schemas.microsoft.com/office/drawing/2014/main" id="{41827933-5C1A-0DD8-8232-5470E0BCA8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94481" y="2812641"/>
            <a:ext cx="499262" cy="499262"/>
          </a:xfrm>
          <a:prstGeom prst="rect">
            <a:avLst/>
          </a:prstGeom>
        </p:spPr>
      </p:pic>
      <p:sp>
        <p:nvSpPr>
          <p:cNvPr id="2068" name="Shape 15">
            <a:extLst>
              <a:ext uri="{FF2B5EF4-FFF2-40B4-BE49-F238E27FC236}">
                <a16:creationId xmlns:a16="http://schemas.microsoft.com/office/drawing/2014/main" id="{DFB9FD72-7A97-57CD-6F3E-3B37D66018DA}"/>
              </a:ext>
            </a:extLst>
          </p:cNvPr>
          <p:cNvSpPr/>
          <p:nvPr/>
        </p:nvSpPr>
        <p:spPr>
          <a:xfrm>
            <a:off x="2574264" y="3492040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8EEF6"/>
            </a:solidFill>
            <a:prstDash val="solid"/>
          </a:ln>
          <a:effectLst>
            <a:outerShdw blurRad="25400" dist="50800" dir="2700000" algn="bl" rotWithShape="0">
              <a:srgbClr val="9AA6B2">
                <a:alpha val="8000"/>
              </a:srgbClr>
            </a:outerShdw>
          </a:effectLst>
        </p:spPr>
      </p:sp>
      <p:pic>
        <p:nvPicPr>
          <p:cNvPr id="2069" name="Image 3" descr="/mnt/data/tech_stack_icons_transparent/04_css3.png">
            <a:extLst>
              <a:ext uri="{FF2B5EF4-FFF2-40B4-BE49-F238E27FC236}">
                <a16:creationId xmlns:a16="http://schemas.microsoft.com/office/drawing/2014/main" id="{FE56F986-D3A7-CD0B-DF3A-89C3B89D93F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44673" y="3562449"/>
            <a:ext cx="499262" cy="499262"/>
          </a:xfrm>
          <a:prstGeom prst="rect">
            <a:avLst/>
          </a:prstGeom>
        </p:spPr>
      </p:pic>
      <p:sp>
        <p:nvSpPr>
          <p:cNvPr id="2070" name="Shape 16">
            <a:extLst>
              <a:ext uri="{FF2B5EF4-FFF2-40B4-BE49-F238E27FC236}">
                <a16:creationId xmlns:a16="http://schemas.microsoft.com/office/drawing/2014/main" id="{02DA0A08-7528-12AD-55E1-9C501D018967}"/>
              </a:ext>
            </a:extLst>
          </p:cNvPr>
          <p:cNvSpPr/>
          <p:nvPr/>
        </p:nvSpPr>
        <p:spPr>
          <a:xfrm>
            <a:off x="3324072" y="3492040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8EEF6"/>
            </a:solidFill>
            <a:prstDash val="solid"/>
          </a:ln>
          <a:effectLst>
            <a:outerShdw blurRad="25400" dist="50800" dir="2700000" algn="bl" rotWithShape="0">
              <a:srgbClr val="9AA6B2">
                <a:alpha val="8000"/>
              </a:srgbClr>
            </a:outerShdw>
          </a:effectLst>
        </p:spPr>
      </p:sp>
      <p:pic>
        <p:nvPicPr>
          <p:cNvPr id="2071" name="Image 4" descr="/mnt/data/tech_stack_icons_transparent/05_javascript.png">
            <a:extLst>
              <a:ext uri="{FF2B5EF4-FFF2-40B4-BE49-F238E27FC236}">
                <a16:creationId xmlns:a16="http://schemas.microsoft.com/office/drawing/2014/main" id="{A07001A5-2538-2250-06DF-1410CE9A20A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94481" y="3562449"/>
            <a:ext cx="499262" cy="499262"/>
          </a:xfrm>
          <a:prstGeom prst="rect">
            <a:avLst/>
          </a:prstGeom>
        </p:spPr>
      </p:pic>
      <p:sp>
        <p:nvSpPr>
          <p:cNvPr id="2072" name="Shape 22">
            <a:extLst>
              <a:ext uri="{FF2B5EF4-FFF2-40B4-BE49-F238E27FC236}">
                <a16:creationId xmlns:a16="http://schemas.microsoft.com/office/drawing/2014/main" id="{5834C725-0AD3-F212-423F-2820EF95C7AA}"/>
              </a:ext>
            </a:extLst>
          </p:cNvPr>
          <p:cNvSpPr/>
          <p:nvPr/>
        </p:nvSpPr>
        <p:spPr>
          <a:xfrm>
            <a:off x="4458918" y="2754552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8EEF6"/>
            </a:solidFill>
            <a:prstDash val="solid"/>
          </a:ln>
          <a:effectLst>
            <a:outerShdw blurRad="25400" dist="50800" dir="2700000" algn="bl" rotWithShape="0">
              <a:srgbClr val="9AA6B2">
                <a:alpha val="8000"/>
              </a:srgbClr>
            </a:outerShdw>
          </a:effectLst>
        </p:spPr>
      </p:sp>
      <p:pic>
        <p:nvPicPr>
          <p:cNvPr id="2073" name="Image 5" descr="/mnt/data/tech_stack_icons_transparent/06_python_server.png">
            <a:extLst>
              <a:ext uri="{FF2B5EF4-FFF2-40B4-BE49-F238E27FC236}">
                <a16:creationId xmlns:a16="http://schemas.microsoft.com/office/drawing/2014/main" id="{D318D06B-37D7-A311-9576-DCAA4953810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16525" y="2812159"/>
            <a:ext cx="524866" cy="524866"/>
          </a:xfrm>
          <a:prstGeom prst="rect">
            <a:avLst/>
          </a:prstGeom>
        </p:spPr>
      </p:pic>
      <p:sp>
        <p:nvSpPr>
          <p:cNvPr id="2074" name="Shape 23">
            <a:extLst>
              <a:ext uri="{FF2B5EF4-FFF2-40B4-BE49-F238E27FC236}">
                <a16:creationId xmlns:a16="http://schemas.microsoft.com/office/drawing/2014/main" id="{8707307A-03A7-426C-FE29-4E873E5361BD}"/>
              </a:ext>
            </a:extLst>
          </p:cNvPr>
          <p:cNvSpPr/>
          <p:nvPr/>
        </p:nvSpPr>
        <p:spPr>
          <a:xfrm>
            <a:off x="5208726" y="2754552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8EEF6"/>
            </a:solidFill>
            <a:prstDash val="solid"/>
          </a:ln>
          <a:effectLst>
            <a:outerShdw blurRad="25400" dist="50800" dir="2700000" algn="bl" rotWithShape="0">
              <a:srgbClr val="9AA6B2">
                <a:alpha val="8000"/>
              </a:srgbClr>
            </a:outerShdw>
          </a:effectLst>
        </p:spPr>
      </p:sp>
      <p:pic>
        <p:nvPicPr>
          <p:cNvPr id="2075" name="Image 6" descr="/mnt/data/tech_stack_icons_transparent/07_flask.png">
            <a:extLst>
              <a:ext uri="{FF2B5EF4-FFF2-40B4-BE49-F238E27FC236}">
                <a16:creationId xmlns:a16="http://schemas.microsoft.com/office/drawing/2014/main" id="{63BE6084-8AC6-8318-3B81-40155152295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66333" y="2812159"/>
            <a:ext cx="524866" cy="524866"/>
          </a:xfrm>
          <a:prstGeom prst="rect">
            <a:avLst/>
          </a:prstGeom>
        </p:spPr>
      </p:pic>
      <p:sp>
        <p:nvSpPr>
          <p:cNvPr id="2076" name="Shape 24">
            <a:extLst>
              <a:ext uri="{FF2B5EF4-FFF2-40B4-BE49-F238E27FC236}">
                <a16:creationId xmlns:a16="http://schemas.microsoft.com/office/drawing/2014/main" id="{F3B4BDC7-5D1A-841B-E1C5-353D3AA5EB57}"/>
              </a:ext>
            </a:extLst>
          </p:cNvPr>
          <p:cNvSpPr/>
          <p:nvPr/>
        </p:nvSpPr>
        <p:spPr>
          <a:xfrm>
            <a:off x="4458918" y="3504842"/>
            <a:ext cx="1389888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8EEF6"/>
            </a:solidFill>
            <a:prstDash val="solid"/>
          </a:ln>
          <a:effectLst>
            <a:outerShdw blurRad="25400" dist="50800" dir="2700000" algn="bl" rotWithShape="0">
              <a:srgbClr val="9AA6B2">
                <a:alpha val="8000"/>
              </a:srgbClr>
            </a:outerShdw>
          </a:effectLst>
        </p:spPr>
      </p:sp>
      <p:sp>
        <p:nvSpPr>
          <p:cNvPr id="2078" name="Shape 30">
            <a:extLst>
              <a:ext uri="{FF2B5EF4-FFF2-40B4-BE49-F238E27FC236}">
                <a16:creationId xmlns:a16="http://schemas.microsoft.com/office/drawing/2014/main" id="{6A851766-973E-C5BE-0CCD-E34AA0FBDBC6}"/>
              </a:ext>
            </a:extLst>
          </p:cNvPr>
          <p:cNvSpPr/>
          <p:nvPr/>
        </p:nvSpPr>
        <p:spPr>
          <a:xfrm>
            <a:off x="6320813" y="2755034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8EEF6"/>
            </a:solidFill>
            <a:prstDash val="solid"/>
          </a:ln>
          <a:effectLst>
            <a:outerShdw blurRad="25400" dist="50800" dir="2700000" algn="bl" rotWithShape="0">
              <a:srgbClr val="9AA6B2">
                <a:alpha val="8000"/>
              </a:srgbClr>
            </a:outerShdw>
          </a:effectLst>
        </p:spPr>
      </p:sp>
      <p:pic>
        <p:nvPicPr>
          <p:cNvPr id="2079" name="Image 8" descr="/mnt/data/ai_vision_icons_transparent/01_OpenCV.png">
            <a:extLst>
              <a:ext uri="{FF2B5EF4-FFF2-40B4-BE49-F238E27FC236}">
                <a16:creationId xmlns:a16="http://schemas.microsoft.com/office/drawing/2014/main" id="{C9FAE495-185A-E4FF-9982-8485BC2D917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91222" y="2825443"/>
            <a:ext cx="499262" cy="499262"/>
          </a:xfrm>
          <a:prstGeom prst="rect">
            <a:avLst/>
          </a:prstGeom>
        </p:spPr>
      </p:pic>
      <p:sp>
        <p:nvSpPr>
          <p:cNvPr id="2080" name="Shape 31">
            <a:extLst>
              <a:ext uri="{FF2B5EF4-FFF2-40B4-BE49-F238E27FC236}">
                <a16:creationId xmlns:a16="http://schemas.microsoft.com/office/drawing/2014/main" id="{CFC47DDC-37B9-9991-596B-8CA9748A6A51}"/>
              </a:ext>
            </a:extLst>
          </p:cNvPr>
          <p:cNvSpPr/>
          <p:nvPr/>
        </p:nvSpPr>
        <p:spPr>
          <a:xfrm>
            <a:off x="7070621" y="2755034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8EEF6"/>
            </a:solidFill>
            <a:prstDash val="solid"/>
          </a:ln>
          <a:effectLst>
            <a:outerShdw blurRad="25400" dist="50800" dir="2700000" algn="bl" rotWithShape="0">
              <a:srgbClr val="9AA6B2">
                <a:alpha val="8000"/>
              </a:srgbClr>
            </a:outerShdw>
          </a:effectLst>
        </p:spPr>
      </p:sp>
      <p:pic>
        <p:nvPicPr>
          <p:cNvPr id="2081" name="Image 9" descr="/mnt/data/ai_vision_icons_transparent/02_YOLO.png">
            <a:extLst>
              <a:ext uri="{FF2B5EF4-FFF2-40B4-BE49-F238E27FC236}">
                <a16:creationId xmlns:a16="http://schemas.microsoft.com/office/drawing/2014/main" id="{34C48363-4F96-2B4A-A528-3AD877B55B7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41030" y="2825443"/>
            <a:ext cx="499262" cy="499262"/>
          </a:xfrm>
          <a:prstGeom prst="rect">
            <a:avLst/>
          </a:prstGeom>
        </p:spPr>
      </p:pic>
      <p:sp>
        <p:nvSpPr>
          <p:cNvPr id="2082" name="Shape 32">
            <a:extLst>
              <a:ext uri="{FF2B5EF4-FFF2-40B4-BE49-F238E27FC236}">
                <a16:creationId xmlns:a16="http://schemas.microsoft.com/office/drawing/2014/main" id="{926956A9-88E4-C40C-C8CE-D965EA668D65}"/>
              </a:ext>
            </a:extLst>
          </p:cNvPr>
          <p:cNvSpPr/>
          <p:nvPr/>
        </p:nvSpPr>
        <p:spPr>
          <a:xfrm>
            <a:off x="6320813" y="3504842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8EEF6"/>
            </a:solidFill>
            <a:prstDash val="solid"/>
          </a:ln>
          <a:effectLst>
            <a:outerShdw blurRad="25400" dist="50800" dir="2700000" algn="bl" rotWithShape="0">
              <a:srgbClr val="9AA6B2">
                <a:alpha val="8000"/>
              </a:srgbClr>
            </a:outerShdw>
          </a:effectLst>
        </p:spPr>
      </p:sp>
      <p:pic>
        <p:nvPicPr>
          <p:cNvPr id="2083" name="Image 10" descr="/mnt/data/ai_vision_icons_transparent/03_InsightFace.png">
            <a:extLst>
              <a:ext uri="{FF2B5EF4-FFF2-40B4-BE49-F238E27FC236}">
                <a16:creationId xmlns:a16="http://schemas.microsoft.com/office/drawing/2014/main" id="{F1C4B111-ED6B-DE33-33DB-D2779396D61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91222" y="3575251"/>
            <a:ext cx="499262" cy="499262"/>
          </a:xfrm>
          <a:prstGeom prst="rect">
            <a:avLst/>
          </a:prstGeom>
        </p:spPr>
      </p:pic>
      <p:sp>
        <p:nvSpPr>
          <p:cNvPr id="2084" name="Shape 33">
            <a:extLst>
              <a:ext uri="{FF2B5EF4-FFF2-40B4-BE49-F238E27FC236}">
                <a16:creationId xmlns:a16="http://schemas.microsoft.com/office/drawing/2014/main" id="{304CA365-B6F6-2FCC-5BB1-423744ECB4B5}"/>
              </a:ext>
            </a:extLst>
          </p:cNvPr>
          <p:cNvSpPr/>
          <p:nvPr/>
        </p:nvSpPr>
        <p:spPr>
          <a:xfrm>
            <a:off x="7070621" y="3504842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8EEF6"/>
            </a:solidFill>
            <a:prstDash val="solid"/>
          </a:ln>
          <a:effectLst>
            <a:outerShdw blurRad="25400" dist="50800" dir="2700000" algn="bl" rotWithShape="0">
              <a:srgbClr val="9AA6B2">
                <a:alpha val="8000"/>
              </a:srgbClr>
            </a:outerShdw>
          </a:effectLst>
        </p:spPr>
      </p:sp>
      <p:pic>
        <p:nvPicPr>
          <p:cNvPr id="2085" name="Image 11" descr="/mnt/data/ai_vision_icons_transparent/04_ONNX_Runtime.png">
            <a:extLst>
              <a:ext uri="{FF2B5EF4-FFF2-40B4-BE49-F238E27FC236}">
                <a16:creationId xmlns:a16="http://schemas.microsoft.com/office/drawing/2014/main" id="{F25DC51E-3086-8908-D74C-733E9C85316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41030" y="3575251"/>
            <a:ext cx="499262" cy="499262"/>
          </a:xfrm>
          <a:prstGeom prst="rect">
            <a:avLst/>
          </a:prstGeom>
        </p:spPr>
      </p:pic>
      <p:sp>
        <p:nvSpPr>
          <p:cNvPr id="2086" name="Shape 39">
            <a:extLst>
              <a:ext uri="{FF2B5EF4-FFF2-40B4-BE49-F238E27FC236}">
                <a16:creationId xmlns:a16="http://schemas.microsoft.com/office/drawing/2014/main" id="{0A7B5B02-2588-46C3-9AB2-84226B58BE4A}"/>
              </a:ext>
            </a:extLst>
          </p:cNvPr>
          <p:cNvSpPr/>
          <p:nvPr/>
        </p:nvSpPr>
        <p:spPr>
          <a:xfrm>
            <a:off x="8212710" y="2742232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8EEF6"/>
            </a:solidFill>
            <a:prstDash val="solid"/>
          </a:ln>
          <a:effectLst>
            <a:outerShdw blurRad="25400" dist="50800" dir="2700000" algn="bl" rotWithShape="0">
              <a:srgbClr val="9AA6B2">
                <a:alpha val="8000"/>
              </a:srgbClr>
            </a:outerShdw>
          </a:effectLst>
        </p:spPr>
      </p:sp>
      <p:sp>
        <p:nvSpPr>
          <p:cNvPr id="2088" name="Shape 40">
            <a:extLst>
              <a:ext uri="{FF2B5EF4-FFF2-40B4-BE49-F238E27FC236}">
                <a16:creationId xmlns:a16="http://schemas.microsoft.com/office/drawing/2014/main" id="{9688B2C5-67FA-B465-0EC1-6AD4C333A518}"/>
              </a:ext>
            </a:extLst>
          </p:cNvPr>
          <p:cNvSpPr/>
          <p:nvPr/>
        </p:nvSpPr>
        <p:spPr>
          <a:xfrm>
            <a:off x="8962518" y="2742232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8EEF6"/>
            </a:solidFill>
            <a:prstDash val="solid"/>
          </a:ln>
          <a:effectLst>
            <a:outerShdw blurRad="25400" dist="50800" dir="2700000" algn="bl" rotWithShape="0">
              <a:srgbClr val="9AA6B2">
                <a:alpha val="8000"/>
              </a:srgbClr>
            </a:outerShdw>
          </a:effectLst>
        </p:spPr>
      </p:sp>
      <p:sp>
        <p:nvSpPr>
          <p:cNvPr id="2090" name="Shape 41">
            <a:extLst>
              <a:ext uri="{FF2B5EF4-FFF2-40B4-BE49-F238E27FC236}">
                <a16:creationId xmlns:a16="http://schemas.microsoft.com/office/drawing/2014/main" id="{F89316D3-87FF-3C08-8BEB-00BFD513C458}"/>
              </a:ext>
            </a:extLst>
          </p:cNvPr>
          <p:cNvSpPr/>
          <p:nvPr/>
        </p:nvSpPr>
        <p:spPr>
          <a:xfrm>
            <a:off x="8212710" y="3492040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8EEF6"/>
            </a:solidFill>
            <a:prstDash val="solid"/>
          </a:ln>
          <a:effectLst>
            <a:outerShdw blurRad="25400" dist="50800" dir="2700000" algn="bl" rotWithShape="0">
              <a:srgbClr val="9AA6B2">
                <a:alpha val="8000"/>
              </a:srgbClr>
            </a:outerShdw>
          </a:effectLst>
        </p:spPr>
      </p:sp>
      <p:sp>
        <p:nvSpPr>
          <p:cNvPr id="2092" name="Shape 42">
            <a:extLst>
              <a:ext uri="{FF2B5EF4-FFF2-40B4-BE49-F238E27FC236}">
                <a16:creationId xmlns:a16="http://schemas.microsoft.com/office/drawing/2014/main" id="{40AAA421-79A6-C800-5A7E-AA2307AE7BAA}"/>
              </a:ext>
            </a:extLst>
          </p:cNvPr>
          <p:cNvSpPr/>
          <p:nvPr/>
        </p:nvSpPr>
        <p:spPr>
          <a:xfrm>
            <a:off x="8962518" y="3492040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8EEF6"/>
            </a:solidFill>
            <a:prstDash val="solid"/>
          </a:ln>
          <a:effectLst>
            <a:outerShdw blurRad="25400" dist="50800" dir="2700000" algn="bl" rotWithShape="0">
              <a:srgbClr val="9AA6B2">
                <a:alpha val="8000"/>
              </a:srgbClr>
            </a:outerShdw>
          </a:effectLst>
        </p:spPr>
      </p:sp>
      <p:sp>
        <p:nvSpPr>
          <p:cNvPr id="2094" name="Shape 48">
            <a:extLst>
              <a:ext uri="{FF2B5EF4-FFF2-40B4-BE49-F238E27FC236}">
                <a16:creationId xmlns:a16="http://schemas.microsoft.com/office/drawing/2014/main" id="{1AACC97D-CB30-BDDB-B36E-3B38FCE790A7}"/>
              </a:ext>
            </a:extLst>
          </p:cNvPr>
          <p:cNvSpPr/>
          <p:nvPr/>
        </p:nvSpPr>
        <p:spPr>
          <a:xfrm>
            <a:off x="10045063" y="2755034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8EEF6"/>
            </a:solidFill>
            <a:prstDash val="solid"/>
          </a:ln>
          <a:effectLst>
            <a:outerShdw blurRad="25400" dist="50800" dir="2700000" algn="bl" rotWithShape="0">
              <a:srgbClr val="9AA6B2">
                <a:alpha val="8000"/>
              </a:srgbClr>
            </a:outerShdw>
          </a:effectLst>
        </p:spPr>
      </p:sp>
      <p:sp>
        <p:nvSpPr>
          <p:cNvPr id="2096" name="Shape 49">
            <a:extLst>
              <a:ext uri="{FF2B5EF4-FFF2-40B4-BE49-F238E27FC236}">
                <a16:creationId xmlns:a16="http://schemas.microsoft.com/office/drawing/2014/main" id="{0CA9472F-35F0-25D3-EE01-60E021F88C28}"/>
              </a:ext>
            </a:extLst>
          </p:cNvPr>
          <p:cNvSpPr/>
          <p:nvPr/>
        </p:nvSpPr>
        <p:spPr>
          <a:xfrm>
            <a:off x="10794871" y="2755034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8EEF6"/>
            </a:solidFill>
            <a:prstDash val="solid"/>
          </a:ln>
          <a:effectLst>
            <a:outerShdw blurRad="25400" dist="50800" dir="2700000" algn="bl" rotWithShape="0">
              <a:srgbClr val="9AA6B2">
                <a:alpha val="8000"/>
              </a:srgbClr>
            </a:outerShdw>
          </a:effectLst>
        </p:spPr>
      </p:sp>
      <p:pic>
        <p:nvPicPr>
          <p:cNvPr id="2100" name="그림 2099">
            <a:extLst>
              <a:ext uri="{FF2B5EF4-FFF2-40B4-BE49-F238E27FC236}">
                <a16:creationId xmlns:a16="http://schemas.microsoft.com/office/drawing/2014/main" id="{E315141D-B555-51B2-568D-602F1AA78C1B}"/>
              </a:ext>
            </a:extLst>
          </p:cNvPr>
          <p:cNvPicPr>
            <a:picLocks noChangeAspect="1"/>
          </p:cNvPicPr>
          <p:nvPr/>
        </p:nvPicPr>
        <p:blipFill rotWithShape="1">
          <a:blip r:embed="rId14"/>
          <a:srcRect l="6063" t="24420" r="6523" b="21477"/>
          <a:stretch/>
        </p:blipFill>
        <p:spPr>
          <a:xfrm>
            <a:off x="4498781" y="3525862"/>
            <a:ext cx="1260887" cy="520621"/>
          </a:xfrm>
          <a:prstGeom prst="rect">
            <a:avLst/>
          </a:prstGeom>
        </p:spPr>
      </p:pic>
      <p:pic>
        <p:nvPicPr>
          <p:cNvPr id="2114" name="그림 2113">
            <a:extLst>
              <a:ext uri="{FF2B5EF4-FFF2-40B4-BE49-F238E27FC236}">
                <a16:creationId xmlns:a16="http://schemas.microsoft.com/office/drawing/2014/main" id="{2A014BD1-FEF0-5A8B-F059-010314D0A0E4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231429" y="2791049"/>
            <a:ext cx="600341" cy="577505"/>
          </a:xfrm>
          <a:prstGeom prst="rect">
            <a:avLst/>
          </a:prstGeom>
        </p:spPr>
      </p:pic>
      <p:pic>
        <p:nvPicPr>
          <p:cNvPr id="2116" name="그림 2115">
            <a:extLst>
              <a:ext uri="{FF2B5EF4-FFF2-40B4-BE49-F238E27FC236}">
                <a16:creationId xmlns:a16="http://schemas.microsoft.com/office/drawing/2014/main" id="{AD3A5572-2704-6297-F4A5-2B955AD53D54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954353" y="2791620"/>
            <a:ext cx="640080" cy="567743"/>
          </a:xfrm>
          <a:prstGeom prst="rect">
            <a:avLst/>
          </a:prstGeom>
        </p:spPr>
      </p:pic>
      <p:pic>
        <p:nvPicPr>
          <p:cNvPr id="2118" name="그림 2117">
            <a:extLst>
              <a:ext uri="{FF2B5EF4-FFF2-40B4-BE49-F238E27FC236}">
                <a16:creationId xmlns:a16="http://schemas.microsoft.com/office/drawing/2014/main" id="{5D72F6DE-3524-7D47-CE82-DCD7AD404F87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272209" y="3564168"/>
            <a:ext cx="518780" cy="518780"/>
          </a:xfrm>
          <a:prstGeom prst="rect">
            <a:avLst/>
          </a:prstGeom>
        </p:spPr>
      </p:pic>
      <p:pic>
        <p:nvPicPr>
          <p:cNvPr id="2120" name="그림 2119">
            <a:extLst>
              <a:ext uri="{FF2B5EF4-FFF2-40B4-BE49-F238E27FC236}">
                <a16:creationId xmlns:a16="http://schemas.microsoft.com/office/drawing/2014/main" id="{8B00477A-446F-E8CE-6083-9D3768C5B703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024643" y="3560722"/>
            <a:ext cx="518056" cy="518056"/>
          </a:xfrm>
          <a:prstGeom prst="rect">
            <a:avLst/>
          </a:prstGeom>
        </p:spPr>
      </p:pic>
      <p:pic>
        <p:nvPicPr>
          <p:cNvPr id="2122" name="그림 2121">
            <a:extLst>
              <a:ext uri="{FF2B5EF4-FFF2-40B4-BE49-F238E27FC236}">
                <a16:creationId xmlns:a16="http://schemas.microsoft.com/office/drawing/2014/main" id="{37843E9F-402B-085A-1E91-A2CD531708E8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096045" y="2812797"/>
            <a:ext cx="537558" cy="537558"/>
          </a:xfrm>
          <a:prstGeom prst="rect">
            <a:avLst/>
          </a:prstGeom>
        </p:spPr>
      </p:pic>
      <p:pic>
        <p:nvPicPr>
          <p:cNvPr id="2124" name="그림 2123">
            <a:extLst>
              <a:ext uri="{FF2B5EF4-FFF2-40B4-BE49-F238E27FC236}">
                <a16:creationId xmlns:a16="http://schemas.microsoft.com/office/drawing/2014/main" id="{3A9F54F4-095C-3653-FF4B-ADC58D2FD0B7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831100" y="2798415"/>
            <a:ext cx="562821" cy="566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20792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그림 32">
            <a:extLst>
              <a:ext uri="{FF2B5EF4-FFF2-40B4-BE49-F238E27FC236}">
                <a16:creationId xmlns:a16="http://schemas.microsoft.com/office/drawing/2014/main" id="{03E5AC0C-D999-D92A-0FF7-ADF6A2690D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235" y="1385830"/>
            <a:ext cx="10970511" cy="4800891"/>
          </a:xfrm>
          <a:prstGeom prst="rect">
            <a:avLst/>
          </a:prstGeom>
          <a:noFill/>
          <a:effectLst>
            <a:softEdge rad="101600"/>
          </a:effectLst>
        </p:spPr>
      </p:pic>
      <p:sp>
        <p:nvSpPr>
          <p:cNvPr id="6" name="Google Shape;179;p16">
            <a:extLst>
              <a:ext uri="{FF2B5EF4-FFF2-40B4-BE49-F238E27FC236}">
                <a16:creationId xmlns:a16="http://schemas.microsoft.com/office/drawing/2014/main" id="{C61A91A3-870B-7D10-34CB-703CF2F67625}"/>
              </a:ext>
            </a:extLst>
          </p:cNvPr>
          <p:cNvSpPr txBox="1"/>
          <p:nvPr/>
        </p:nvSpPr>
        <p:spPr>
          <a:xfrm>
            <a:off x="771525" y="581025"/>
            <a:ext cx="11181397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en-US" altLang="ko-KR" sz="2850" b="1" dirty="0">
                <a:solidFill>
                  <a:srgbClr val="0F172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Poppins Black"/>
              </a:rPr>
              <a:t>04. </a:t>
            </a:r>
            <a:r>
              <a:rPr lang="ko-KR" altLang="en-US" sz="2850" b="1" dirty="0">
                <a:solidFill>
                  <a:srgbClr val="0F172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Poppins Black"/>
              </a:rPr>
              <a:t>사용 툴 및 개발 환경</a:t>
            </a:r>
          </a:p>
        </p:txBody>
      </p:sp>
      <p:sp>
        <p:nvSpPr>
          <p:cNvPr id="7" name="Google Shape;86;p13">
            <a:extLst>
              <a:ext uri="{FF2B5EF4-FFF2-40B4-BE49-F238E27FC236}">
                <a16:creationId xmlns:a16="http://schemas.microsoft.com/office/drawing/2014/main" id="{E04A4474-2736-C460-A196-B7B307E30FD3}"/>
              </a:ext>
            </a:extLst>
          </p:cNvPr>
          <p:cNvSpPr/>
          <p:nvPr/>
        </p:nvSpPr>
        <p:spPr>
          <a:xfrm>
            <a:off x="771525" y="1365795"/>
            <a:ext cx="106489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Calibri"/>
              <a:sym typeface="Calibri"/>
            </a:endParaRPr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4445455F-1611-1BAE-216C-5745BA8F2057}"/>
              </a:ext>
            </a:extLst>
          </p:cNvPr>
          <p:cNvCxnSpPr/>
          <p:nvPr/>
        </p:nvCxnSpPr>
        <p:spPr>
          <a:xfrm>
            <a:off x="615250" y="6178858"/>
            <a:ext cx="10970514" cy="0"/>
          </a:xfrm>
          <a:prstGeom prst="line">
            <a:avLst/>
          </a:prstGeom>
          <a:ln>
            <a:solidFill>
              <a:schemeClr val="bg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E952CF2A-4697-375E-5D47-B8A325390CA1}"/>
              </a:ext>
            </a:extLst>
          </p:cNvPr>
          <p:cNvCxnSpPr/>
          <p:nvPr/>
        </p:nvCxnSpPr>
        <p:spPr>
          <a:xfrm>
            <a:off x="606641" y="1376039"/>
            <a:ext cx="0" cy="4802819"/>
          </a:xfrm>
          <a:prstGeom prst="line">
            <a:avLst/>
          </a:prstGeom>
          <a:ln>
            <a:solidFill>
              <a:schemeClr val="bg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5FD8C152-EF09-8044-543D-4A900A09FFC1}"/>
              </a:ext>
            </a:extLst>
          </p:cNvPr>
          <p:cNvCxnSpPr/>
          <p:nvPr/>
        </p:nvCxnSpPr>
        <p:spPr>
          <a:xfrm>
            <a:off x="11585764" y="1376039"/>
            <a:ext cx="0" cy="4802819"/>
          </a:xfrm>
          <a:prstGeom prst="line">
            <a:avLst/>
          </a:prstGeom>
          <a:ln>
            <a:solidFill>
              <a:schemeClr val="bg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1B314B68-8EC1-B2A0-9DB7-775736392AF7}"/>
              </a:ext>
            </a:extLst>
          </p:cNvPr>
          <p:cNvCxnSpPr/>
          <p:nvPr/>
        </p:nvCxnSpPr>
        <p:spPr>
          <a:xfrm flipV="1">
            <a:off x="606641" y="1145219"/>
            <a:ext cx="10979123" cy="9327"/>
          </a:xfrm>
          <a:prstGeom prst="line">
            <a:avLst/>
          </a:prstGeom>
          <a:ln>
            <a:solidFill>
              <a:schemeClr val="bg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D06D87DD-DA06-7AE0-16E9-73ABD0EA52A1}"/>
              </a:ext>
            </a:extLst>
          </p:cNvPr>
          <p:cNvCxnSpPr/>
          <p:nvPr/>
        </p:nvCxnSpPr>
        <p:spPr>
          <a:xfrm flipV="1">
            <a:off x="615250" y="1376039"/>
            <a:ext cx="10970514" cy="1928"/>
          </a:xfrm>
          <a:prstGeom prst="line">
            <a:avLst/>
          </a:prstGeom>
          <a:ln>
            <a:solidFill>
              <a:schemeClr val="bg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94177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그룹 88">
            <a:extLst>
              <a:ext uri="{FF2B5EF4-FFF2-40B4-BE49-F238E27FC236}">
                <a16:creationId xmlns:a16="http://schemas.microsoft.com/office/drawing/2014/main" id="{8F67F425-B5BA-B9E0-C69A-4E25E00825E6}"/>
              </a:ext>
            </a:extLst>
          </p:cNvPr>
          <p:cNvGrpSpPr/>
          <p:nvPr/>
        </p:nvGrpSpPr>
        <p:grpSpPr>
          <a:xfrm>
            <a:off x="8257206" y="5041431"/>
            <a:ext cx="1188113" cy="159591"/>
            <a:chOff x="4685157" y="4365546"/>
            <a:chExt cx="1344168" cy="126041"/>
          </a:xfrm>
        </p:grpSpPr>
        <p:cxnSp>
          <p:nvCxnSpPr>
            <p:cNvPr id="12" name="Connector 11"/>
            <p:cNvCxnSpPr>
              <a:cxnSpLocks/>
            </p:cNvCxnSpPr>
            <p:nvPr/>
          </p:nvCxnSpPr>
          <p:spPr>
            <a:xfrm>
              <a:off x="4685157" y="4427580"/>
              <a:ext cx="1280160" cy="0"/>
            </a:xfrm>
            <a:prstGeom prst="line">
              <a:avLst/>
            </a:prstGeom>
            <a:ln w="15240">
              <a:solidFill>
                <a:srgbClr val="1443F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Isosceles Triangle 12"/>
            <p:cNvSpPr/>
            <p:nvPr/>
          </p:nvSpPr>
          <p:spPr>
            <a:xfrm rot="5400000">
              <a:off x="5902296" y="4364559"/>
              <a:ext cx="126041" cy="128016"/>
            </a:xfrm>
            <a:prstGeom prst="triangle">
              <a:avLst/>
            </a:prstGeom>
            <a:solidFill>
              <a:srgbClr val="1443F0"/>
            </a:solidFill>
            <a:ln>
              <a:solidFill>
                <a:srgbClr val="1443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</p:grpSp>
      <p:sp>
        <p:nvSpPr>
          <p:cNvPr id="16" name="Rounded Rectangle 15"/>
          <p:cNvSpPr/>
          <p:nvPr/>
        </p:nvSpPr>
        <p:spPr>
          <a:xfrm>
            <a:off x="1315021" y="4778023"/>
            <a:ext cx="1371600" cy="6800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AE0"/>
            </a:solidFill>
          </a:ln>
          <a:effectLst>
            <a:outerShdw blurRad="40000" dist="23000" dir="2700000" sx="97000" sy="97000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>
              <a:defRPr sz="1800" b="1">
                <a:solidFill>
                  <a:srgbClr val="1443F0"/>
                </a:solidFill>
                <a:latin typeface="Segoe UI Symbol"/>
              </a:defRPr>
            </a:pPr>
            <a:r>
              <a:rPr lang="ko-KR" altLang="en-US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▣</a:t>
            </a:r>
          </a:p>
          <a:p>
            <a:pPr algn="ctr">
              <a:defRPr sz="1080" b="1">
                <a:solidFill>
                  <a:srgbClr val="26272B"/>
                </a:solidFill>
                <a:latin typeface="Malgun Gothic"/>
              </a:defRPr>
            </a:pPr>
            <a:r>
              <a:rPr lang="ko-KR" altLang="en-US" sz="11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카메라</a:t>
            </a:r>
            <a:r>
              <a:rPr lang="en-US" altLang="ko-KR" sz="11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/</a:t>
            </a:r>
            <a:r>
              <a:rPr lang="ko-KR" altLang="en-US" sz="11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영상</a:t>
            </a:r>
            <a:br>
              <a:rPr lang="ko-KR" altLang="en-US" sz="11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</a:br>
            <a:r>
              <a:rPr lang="ko-KR" altLang="en-US" sz="11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프레임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047951" y="4792952"/>
            <a:ext cx="1371600" cy="6503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AE0"/>
            </a:solidFill>
          </a:ln>
          <a:effectLst>
            <a:outerShdw blurRad="40000" dist="23000" dir="2700000" sx="97000" sy="97000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>
              <a:defRPr sz="1800" b="1">
                <a:solidFill>
                  <a:srgbClr val="1443F0"/>
                </a:solidFill>
                <a:latin typeface="Segoe UI Symbol"/>
              </a:defRPr>
            </a:pPr>
            <a:r>
              <a:rPr lang="ko-KR" altLang="en-US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◎</a:t>
            </a:r>
          </a:p>
          <a:p>
            <a:pPr algn="ctr">
              <a:defRPr sz="1080" b="1">
                <a:solidFill>
                  <a:srgbClr val="26272B"/>
                </a:solidFill>
                <a:latin typeface="Malgun Gothic"/>
              </a:defRPr>
            </a:pPr>
            <a:r>
              <a:rPr lang="ko-KR" altLang="en-US" sz="11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사람 탐지</a:t>
            </a:r>
            <a:br>
              <a:rPr lang="ko-KR" altLang="en-US" sz="11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</a:br>
            <a:r>
              <a:rPr lang="en-US" altLang="ko-KR" sz="11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YOLO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07135" y="4778023"/>
            <a:ext cx="1343021" cy="68001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AE0"/>
            </a:solidFill>
          </a:ln>
          <a:effectLst>
            <a:outerShdw blurRad="40000" dist="23000" dir="2700000" sx="97000" sy="97000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>
              <a:defRPr sz="1800" b="1">
                <a:solidFill>
                  <a:srgbClr val="1443F0"/>
                </a:solidFill>
                <a:latin typeface="Segoe UI Symbol"/>
              </a:defRPr>
            </a:pPr>
            <a:r>
              <a:rPr lang="ko-KR" altLang="en-US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◌</a:t>
            </a:r>
          </a:p>
          <a:p>
            <a:pPr algn="ctr">
              <a:defRPr sz="1080" b="1">
                <a:solidFill>
                  <a:srgbClr val="26272B"/>
                </a:solidFill>
                <a:latin typeface="Malgun Gothic"/>
              </a:defRPr>
            </a:pPr>
            <a:r>
              <a:rPr lang="ko-KR" altLang="en-US" sz="11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얼굴 특징</a:t>
            </a:r>
            <a:br>
              <a:rPr lang="ko-KR" altLang="en-US" sz="11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</a:br>
            <a:r>
              <a:rPr lang="en-US" altLang="ko-KR" sz="11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InsightFace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73335" y="4778024"/>
            <a:ext cx="1304049" cy="68001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AE0"/>
            </a:solidFill>
          </a:ln>
          <a:effectLst>
            <a:outerShdw blurRad="40000" dist="23000" dir="2700000" sx="97000" sy="97000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>
              <a:defRPr sz="1800" b="1">
                <a:solidFill>
                  <a:srgbClr val="1443F0"/>
                </a:solidFill>
                <a:latin typeface="Segoe UI Symbol"/>
              </a:defRPr>
            </a:pPr>
            <a:r>
              <a:rPr lang="ko-KR" altLang="en-US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▤</a:t>
            </a:r>
          </a:p>
          <a:p>
            <a:pPr algn="ctr">
              <a:defRPr sz="1080" b="1">
                <a:solidFill>
                  <a:srgbClr val="26272B"/>
                </a:solidFill>
                <a:latin typeface="Malgun Gothic"/>
              </a:defRPr>
            </a:pPr>
            <a:r>
              <a:rPr lang="ko-KR" altLang="en-US" sz="11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결과 저장</a:t>
            </a:r>
            <a:br>
              <a:rPr lang="ko-KR" altLang="en-US" sz="11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</a:br>
            <a:r>
              <a:rPr lang="en-US" altLang="ko-KR" sz="11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JSON/NPZ</a:t>
            </a:r>
          </a:p>
        </p:txBody>
      </p:sp>
      <p:sp>
        <p:nvSpPr>
          <p:cNvPr id="31" name="Google Shape;86;p13">
            <a:extLst>
              <a:ext uri="{FF2B5EF4-FFF2-40B4-BE49-F238E27FC236}">
                <a16:creationId xmlns:a16="http://schemas.microsoft.com/office/drawing/2014/main" id="{E04A4474-2736-C460-A196-B7B307E30FD3}"/>
              </a:ext>
            </a:extLst>
          </p:cNvPr>
          <p:cNvSpPr/>
          <p:nvPr/>
        </p:nvSpPr>
        <p:spPr>
          <a:xfrm>
            <a:off x="771525" y="1365795"/>
            <a:ext cx="106489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Calibri"/>
              <a:sym typeface="Calibri"/>
            </a:endParaRPr>
          </a:p>
        </p:txBody>
      </p:sp>
      <p:sp>
        <p:nvSpPr>
          <p:cNvPr id="32" name="Google Shape;179;p16">
            <a:extLst>
              <a:ext uri="{FF2B5EF4-FFF2-40B4-BE49-F238E27FC236}">
                <a16:creationId xmlns:a16="http://schemas.microsoft.com/office/drawing/2014/main" id="{C61A91A3-870B-7D10-34CB-703CF2F67625}"/>
              </a:ext>
            </a:extLst>
          </p:cNvPr>
          <p:cNvSpPr txBox="1"/>
          <p:nvPr/>
        </p:nvSpPr>
        <p:spPr>
          <a:xfrm>
            <a:off x="771526" y="581025"/>
            <a:ext cx="3968496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en-US" altLang="ko-KR" sz="2850" b="1" dirty="0">
                <a:solidFill>
                  <a:srgbClr val="0F172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Poppins Black"/>
              </a:rPr>
              <a:t>04. </a:t>
            </a:r>
            <a:r>
              <a:rPr lang="ko-KR" altLang="en-US" sz="2850" b="1" dirty="0">
                <a:solidFill>
                  <a:srgbClr val="0F172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Poppins Black"/>
              </a:rPr>
              <a:t>사용 툴 및 개발 환경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26F2024B-5C1F-400C-0FB1-CB05DD0948D5}"/>
              </a:ext>
            </a:extLst>
          </p:cNvPr>
          <p:cNvCxnSpPr/>
          <p:nvPr/>
        </p:nvCxnSpPr>
        <p:spPr>
          <a:xfrm>
            <a:off x="615250" y="6178858"/>
            <a:ext cx="10970514" cy="0"/>
          </a:xfrm>
          <a:prstGeom prst="line">
            <a:avLst/>
          </a:prstGeom>
          <a:ln>
            <a:solidFill>
              <a:schemeClr val="bg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22BD1DAF-003C-953F-5E2B-87B9B8759FCE}"/>
              </a:ext>
            </a:extLst>
          </p:cNvPr>
          <p:cNvCxnSpPr/>
          <p:nvPr/>
        </p:nvCxnSpPr>
        <p:spPr>
          <a:xfrm>
            <a:off x="606641" y="1376039"/>
            <a:ext cx="0" cy="4802819"/>
          </a:xfrm>
          <a:prstGeom prst="line">
            <a:avLst/>
          </a:prstGeom>
          <a:ln>
            <a:solidFill>
              <a:schemeClr val="bg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A724534E-A078-6A69-2870-0758D4CB5DB1}"/>
              </a:ext>
            </a:extLst>
          </p:cNvPr>
          <p:cNvCxnSpPr/>
          <p:nvPr/>
        </p:nvCxnSpPr>
        <p:spPr>
          <a:xfrm>
            <a:off x="11585764" y="1376039"/>
            <a:ext cx="0" cy="4802819"/>
          </a:xfrm>
          <a:prstGeom prst="line">
            <a:avLst/>
          </a:prstGeom>
          <a:ln>
            <a:solidFill>
              <a:schemeClr val="bg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827AA3A6-5F57-B5A4-155D-0C2773C2A128}"/>
              </a:ext>
            </a:extLst>
          </p:cNvPr>
          <p:cNvCxnSpPr/>
          <p:nvPr/>
        </p:nvCxnSpPr>
        <p:spPr>
          <a:xfrm flipV="1">
            <a:off x="606641" y="1145219"/>
            <a:ext cx="10979123" cy="9327"/>
          </a:xfrm>
          <a:prstGeom prst="line">
            <a:avLst/>
          </a:prstGeom>
          <a:ln>
            <a:solidFill>
              <a:schemeClr val="bg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681BE8CE-6DC4-98FC-9D30-5CDE76812C51}"/>
              </a:ext>
            </a:extLst>
          </p:cNvPr>
          <p:cNvCxnSpPr/>
          <p:nvPr/>
        </p:nvCxnSpPr>
        <p:spPr>
          <a:xfrm flipV="1">
            <a:off x="615250" y="1376039"/>
            <a:ext cx="10970514" cy="1928"/>
          </a:xfrm>
          <a:prstGeom prst="line">
            <a:avLst/>
          </a:prstGeom>
          <a:ln>
            <a:solidFill>
              <a:schemeClr val="bg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Shape 5">
            <a:extLst>
              <a:ext uri="{FF2B5EF4-FFF2-40B4-BE49-F238E27FC236}">
                <a16:creationId xmlns:a16="http://schemas.microsoft.com/office/drawing/2014/main" id="{DF6BE9A7-026B-AC39-C393-EFA90F8A12B1}"/>
              </a:ext>
            </a:extLst>
          </p:cNvPr>
          <p:cNvSpPr/>
          <p:nvPr/>
        </p:nvSpPr>
        <p:spPr>
          <a:xfrm>
            <a:off x="784422" y="2070857"/>
            <a:ext cx="2465474" cy="2040050"/>
          </a:xfrm>
          <a:prstGeom prst="roundRect">
            <a:avLst>
              <a:gd name="adj" fmla="val 3817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blurRad="38100" dist="50800" dir="2700000" sx="99000" sy="99000" algn="bl" rotWithShape="0">
              <a:srgbClr val="9CA3AF">
                <a:alpha val="12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34" name="Shape 6">
            <a:extLst>
              <a:ext uri="{FF2B5EF4-FFF2-40B4-BE49-F238E27FC236}">
                <a16:creationId xmlns:a16="http://schemas.microsoft.com/office/drawing/2014/main" id="{50C200A3-28BD-F659-3B2C-1B61A98769C6}"/>
              </a:ext>
            </a:extLst>
          </p:cNvPr>
          <p:cNvSpPr/>
          <p:nvPr/>
        </p:nvSpPr>
        <p:spPr>
          <a:xfrm>
            <a:off x="1000692" y="2312419"/>
            <a:ext cx="276825" cy="309199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 w="12700">
            <a:solidFill>
              <a:srgbClr val="F3F7FF"/>
            </a:solidFill>
            <a:prstDash val="solid"/>
          </a:ln>
        </p:spPr>
      </p:sp>
      <p:sp>
        <p:nvSpPr>
          <p:cNvPr id="35" name="Text 7">
            <a:extLst>
              <a:ext uri="{FF2B5EF4-FFF2-40B4-BE49-F238E27FC236}">
                <a16:creationId xmlns:a16="http://schemas.microsoft.com/office/drawing/2014/main" id="{6E4C6816-BFA7-D5FF-BA5E-DD72C3E4A128}"/>
              </a:ext>
            </a:extLst>
          </p:cNvPr>
          <p:cNvSpPr/>
          <p:nvPr/>
        </p:nvSpPr>
        <p:spPr>
          <a:xfrm>
            <a:off x="1030969" y="2336575"/>
            <a:ext cx="216270" cy="26088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ko-KR" altLang="en-US" sz="1800" dirty="0">
                <a:solidFill>
                  <a:srgbClr val="0000FF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◉</a:t>
            </a:r>
          </a:p>
        </p:txBody>
      </p:sp>
      <p:sp>
        <p:nvSpPr>
          <p:cNvPr id="36" name="Text 8">
            <a:extLst>
              <a:ext uri="{FF2B5EF4-FFF2-40B4-BE49-F238E27FC236}">
                <a16:creationId xmlns:a16="http://schemas.microsoft.com/office/drawing/2014/main" id="{22BF0AA4-245A-F21A-3794-88DEE76C20CF}"/>
              </a:ext>
            </a:extLst>
          </p:cNvPr>
          <p:cNvSpPr/>
          <p:nvPr/>
        </p:nvSpPr>
        <p:spPr>
          <a:xfrm>
            <a:off x="1407279" y="2293094"/>
            <a:ext cx="1643649" cy="34784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443F0"/>
                </a:solidFill>
                <a:latin typeface="Malgun Gothic"/>
              </a:defRPr>
            </a:pPr>
            <a:r>
              <a:rPr lang="ko-KR" altLang="en-US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영상 입력 </a:t>
            </a:r>
            <a:r>
              <a:rPr lang="en-US" altLang="ko-KR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/ </a:t>
            </a:r>
            <a:r>
              <a:rPr lang="ko-KR" altLang="en-US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처리</a:t>
            </a:r>
          </a:p>
        </p:txBody>
      </p:sp>
      <p:sp>
        <p:nvSpPr>
          <p:cNvPr id="37" name="Shape 9">
            <a:extLst>
              <a:ext uri="{FF2B5EF4-FFF2-40B4-BE49-F238E27FC236}">
                <a16:creationId xmlns:a16="http://schemas.microsoft.com/office/drawing/2014/main" id="{C1564991-93D5-7E03-C358-71ACA11FF214}"/>
              </a:ext>
            </a:extLst>
          </p:cNvPr>
          <p:cNvSpPr/>
          <p:nvPr/>
        </p:nvSpPr>
        <p:spPr>
          <a:xfrm>
            <a:off x="1000692" y="2747229"/>
            <a:ext cx="203293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8" name="Shape 10">
            <a:extLst>
              <a:ext uri="{FF2B5EF4-FFF2-40B4-BE49-F238E27FC236}">
                <a16:creationId xmlns:a16="http://schemas.microsoft.com/office/drawing/2014/main" id="{8323A895-BCE7-D5AC-EA36-41135FB55FBB}"/>
              </a:ext>
            </a:extLst>
          </p:cNvPr>
          <p:cNvSpPr/>
          <p:nvPr/>
        </p:nvSpPr>
        <p:spPr>
          <a:xfrm>
            <a:off x="1000692" y="3099909"/>
            <a:ext cx="30278" cy="33819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39" name="Text 11">
            <a:extLst>
              <a:ext uri="{FF2B5EF4-FFF2-40B4-BE49-F238E27FC236}">
                <a16:creationId xmlns:a16="http://schemas.microsoft.com/office/drawing/2014/main" id="{A8387487-6F5F-09E0-69CA-0A34B3B92A5D}"/>
              </a:ext>
            </a:extLst>
          </p:cNvPr>
          <p:cNvSpPr/>
          <p:nvPr/>
        </p:nvSpPr>
        <p:spPr>
          <a:xfrm>
            <a:off x="1156406" y="2979129"/>
            <a:ext cx="1877221" cy="2318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30" b="1" dirty="0">
                <a:solidFill>
                  <a:srgbClr val="4B5563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Noto Sans CJK KR" pitchFamily="34" charset="-120"/>
              </a:rPr>
              <a:t>opencv-python 4.13.0.92</a:t>
            </a:r>
            <a:endParaRPr lang="en-US" sz="123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40" name="Shape 12">
            <a:extLst>
              <a:ext uri="{FF2B5EF4-FFF2-40B4-BE49-F238E27FC236}">
                <a16:creationId xmlns:a16="http://schemas.microsoft.com/office/drawing/2014/main" id="{1155D741-A526-319A-5879-A931FECED1FE}"/>
              </a:ext>
            </a:extLst>
          </p:cNvPr>
          <p:cNvSpPr/>
          <p:nvPr/>
        </p:nvSpPr>
        <p:spPr>
          <a:xfrm>
            <a:off x="1000692" y="3399446"/>
            <a:ext cx="30278" cy="33819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41" name="Text 13">
            <a:extLst>
              <a:ext uri="{FF2B5EF4-FFF2-40B4-BE49-F238E27FC236}">
                <a16:creationId xmlns:a16="http://schemas.microsoft.com/office/drawing/2014/main" id="{A8C3C475-00E9-444D-8272-6AEAE97B26F2}"/>
              </a:ext>
            </a:extLst>
          </p:cNvPr>
          <p:cNvSpPr/>
          <p:nvPr/>
        </p:nvSpPr>
        <p:spPr>
          <a:xfrm>
            <a:off x="1156406" y="3278665"/>
            <a:ext cx="1877221" cy="2318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30" b="1" dirty="0">
                <a:solidFill>
                  <a:srgbClr val="4B5563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Noto Sans CJK KR" pitchFamily="34" charset="-120"/>
              </a:rPr>
              <a:t>Pillow / ImageIO</a:t>
            </a:r>
            <a:endParaRPr lang="en-US" sz="123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42" name="Shape 14">
            <a:extLst>
              <a:ext uri="{FF2B5EF4-FFF2-40B4-BE49-F238E27FC236}">
                <a16:creationId xmlns:a16="http://schemas.microsoft.com/office/drawing/2014/main" id="{99E2F5A0-B875-F54A-6912-94E7070522AA}"/>
              </a:ext>
            </a:extLst>
          </p:cNvPr>
          <p:cNvSpPr/>
          <p:nvPr/>
        </p:nvSpPr>
        <p:spPr>
          <a:xfrm>
            <a:off x="1000692" y="3698982"/>
            <a:ext cx="30278" cy="33819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43" name="Text 15">
            <a:extLst>
              <a:ext uri="{FF2B5EF4-FFF2-40B4-BE49-F238E27FC236}">
                <a16:creationId xmlns:a16="http://schemas.microsoft.com/office/drawing/2014/main" id="{3085CFD3-64E9-8A42-7D9D-63B403F25E99}"/>
              </a:ext>
            </a:extLst>
          </p:cNvPr>
          <p:cNvSpPr/>
          <p:nvPr/>
        </p:nvSpPr>
        <p:spPr>
          <a:xfrm>
            <a:off x="1156406" y="3578201"/>
            <a:ext cx="1877221" cy="2318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30" b="1" dirty="0">
                <a:solidFill>
                  <a:srgbClr val="4B5563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Noto Sans CJK KR" pitchFamily="34" charset="-120"/>
              </a:rPr>
              <a:t>scikit-image / tifffile</a:t>
            </a:r>
            <a:endParaRPr lang="en-US" sz="123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51" name="Shape 5">
            <a:extLst>
              <a:ext uri="{FF2B5EF4-FFF2-40B4-BE49-F238E27FC236}">
                <a16:creationId xmlns:a16="http://schemas.microsoft.com/office/drawing/2014/main" id="{454E4C6E-3BF2-E659-09E6-A46AF904FDAB}"/>
              </a:ext>
            </a:extLst>
          </p:cNvPr>
          <p:cNvSpPr/>
          <p:nvPr/>
        </p:nvSpPr>
        <p:spPr>
          <a:xfrm>
            <a:off x="3466166" y="2065048"/>
            <a:ext cx="2465474" cy="2040050"/>
          </a:xfrm>
          <a:prstGeom prst="roundRect">
            <a:avLst>
              <a:gd name="adj" fmla="val 3817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blurRad="38100" dist="50800" dir="2700000" sx="99000" sy="99000" algn="bl" rotWithShape="0">
              <a:srgbClr val="9CA3AF">
                <a:alpha val="12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52" name="Shape 6">
            <a:extLst>
              <a:ext uri="{FF2B5EF4-FFF2-40B4-BE49-F238E27FC236}">
                <a16:creationId xmlns:a16="http://schemas.microsoft.com/office/drawing/2014/main" id="{86BDA2DC-5317-2828-806E-A2C9DAF33467}"/>
              </a:ext>
            </a:extLst>
          </p:cNvPr>
          <p:cNvSpPr/>
          <p:nvPr/>
        </p:nvSpPr>
        <p:spPr>
          <a:xfrm>
            <a:off x="3682436" y="2306610"/>
            <a:ext cx="276825" cy="309199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 w="12700">
            <a:solidFill>
              <a:srgbClr val="F3F7FF"/>
            </a:solidFill>
            <a:prstDash val="solid"/>
          </a:ln>
        </p:spPr>
      </p:sp>
      <p:sp>
        <p:nvSpPr>
          <p:cNvPr id="53" name="Text 7">
            <a:extLst>
              <a:ext uri="{FF2B5EF4-FFF2-40B4-BE49-F238E27FC236}">
                <a16:creationId xmlns:a16="http://schemas.microsoft.com/office/drawing/2014/main" id="{C3B2B264-2C68-C1E7-E9D2-BB08566D6A94}"/>
              </a:ext>
            </a:extLst>
          </p:cNvPr>
          <p:cNvSpPr/>
          <p:nvPr/>
        </p:nvSpPr>
        <p:spPr>
          <a:xfrm>
            <a:off x="3712713" y="2330766"/>
            <a:ext cx="216270" cy="26088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ko-KR" altLang="en-US" sz="1800" dirty="0">
                <a:solidFill>
                  <a:srgbClr val="0000FF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◎</a:t>
            </a:r>
          </a:p>
        </p:txBody>
      </p:sp>
      <p:sp>
        <p:nvSpPr>
          <p:cNvPr id="54" name="Text 8">
            <a:extLst>
              <a:ext uri="{FF2B5EF4-FFF2-40B4-BE49-F238E27FC236}">
                <a16:creationId xmlns:a16="http://schemas.microsoft.com/office/drawing/2014/main" id="{63A26EBB-E9D9-8FD9-7981-51D843551F9F}"/>
              </a:ext>
            </a:extLst>
          </p:cNvPr>
          <p:cNvSpPr/>
          <p:nvPr/>
        </p:nvSpPr>
        <p:spPr>
          <a:xfrm>
            <a:off x="4089023" y="2287285"/>
            <a:ext cx="1643649" cy="34784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443F0"/>
                </a:solidFill>
                <a:latin typeface="Malgun Gothic"/>
              </a:defRPr>
            </a:pPr>
            <a:r>
              <a:rPr lang="ko-KR" altLang="en-US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객체 탐지 </a:t>
            </a:r>
            <a:r>
              <a:rPr lang="en-US" altLang="ko-KR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/ </a:t>
            </a:r>
            <a:r>
              <a:rPr lang="ko-KR" altLang="en-US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추적</a:t>
            </a:r>
          </a:p>
        </p:txBody>
      </p:sp>
      <p:sp>
        <p:nvSpPr>
          <p:cNvPr id="55" name="Shape 9">
            <a:extLst>
              <a:ext uri="{FF2B5EF4-FFF2-40B4-BE49-F238E27FC236}">
                <a16:creationId xmlns:a16="http://schemas.microsoft.com/office/drawing/2014/main" id="{436FECD2-7FC3-8F42-917A-0DA653EF4FB4}"/>
              </a:ext>
            </a:extLst>
          </p:cNvPr>
          <p:cNvSpPr/>
          <p:nvPr/>
        </p:nvSpPr>
        <p:spPr>
          <a:xfrm>
            <a:off x="3682436" y="2741420"/>
            <a:ext cx="203293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6" name="Shape 10">
            <a:extLst>
              <a:ext uri="{FF2B5EF4-FFF2-40B4-BE49-F238E27FC236}">
                <a16:creationId xmlns:a16="http://schemas.microsoft.com/office/drawing/2014/main" id="{BD951165-BE37-A979-A29E-CBE44DEB4B64}"/>
              </a:ext>
            </a:extLst>
          </p:cNvPr>
          <p:cNvSpPr/>
          <p:nvPr/>
        </p:nvSpPr>
        <p:spPr>
          <a:xfrm>
            <a:off x="3682436" y="3094100"/>
            <a:ext cx="30278" cy="33819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57" name="Text 11">
            <a:extLst>
              <a:ext uri="{FF2B5EF4-FFF2-40B4-BE49-F238E27FC236}">
                <a16:creationId xmlns:a16="http://schemas.microsoft.com/office/drawing/2014/main" id="{198A2B18-023C-C611-E580-04140E12634C}"/>
              </a:ext>
            </a:extLst>
          </p:cNvPr>
          <p:cNvSpPr/>
          <p:nvPr/>
        </p:nvSpPr>
        <p:spPr>
          <a:xfrm>
            <a:off x="3838150" y="2973320"/>
            <a:ext cx="1877221" cy="2318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30" b="1" dirty="0">
                <a:solidFill>
                  <a:srgbClr val="4B5563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Noto Sans CJK KR" pitchFamily="34" charset="-120"/>
              </a:rPr>
              <a:t>ultralytics 8.4.75</a:t>
            </a:r>
            <a:endParaRPr lang="en-US" sz="123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58" name="Shape 12">
            <a:extLst>
              <a:ext uri="{FF2B5EF4-FFF2-40B4-BE49-F238E27FC236}">
                <a16:creationId xmlns:a16="http://schemas.microsoft.com/office/drawing/2014/main" id="{0474B3DE-0EA9-E73B-9BB7-C4911D01EA3A}"/>
              </a:ext>
            </a:extLst>
          </p:cNvPr>
          <p:cNvSpPr/>
          <p:nvPr/>
        </p:nvSpPr>
        <p:spPr>
          <a:xfrm>
            <a:off x="3682436" y="3393637"/>
            <a:ext cx="30278" cy="33819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59" name="Text 13">
            <a:extLst>
              <a:ext uri="{FF2B5EF4-FFF2-40B4-BE49-F238E27FC236}">
                <a16:creationId xmlns:a16="http://schemas.microsoft.com/office/drawing/2014/main" id="{A1D6D31E-3503-EB28-80F5-2B85BEE30AAC}"/>
              </a:ext>
            </a:extLst>
          </p:cNvPr>
          <p:cNvSpPr/>
          <p:nvPr/>
        </p:nvSpPr>
        <p:spPr>
          <a:xfrm>
            <a:off x="3838150" y="3272856"/>
            <a:ext cx="1877221" cy="2318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30" b="1" dirty="0">
                <a:solidFill>
                  <a:srgbClr val="4B5563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Noto Sans CJK KR" pitchFamily="34" charset="-120"/>
              </a:rPr>
              <a:t>ultralytics-</a:t>
            </a:r>
            <a:r>
              <a:rPr lang="en-US" sz="1230" b="1" dirty="0" err="1">
                <a:solidFill>
                  <a:srgbClr val="4B5563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Noto Sans CJK KR" pitchFamily="34" charset="-120"/>
              </a:rPr>
              <a:t>thop</a:t>
            </a:r>
            <a:endParaRPr lang="en-US" sz="1230" b="1" dirty="0">
              <a:solidFill>
                <a:srgbClr val="4B5563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Noto Sans CJK KR" pitchFamily="34" charset="-120"/>
            </a:endParaRPr>
          </a:p>
        </p:txBody>
      </p:sp>
      <p:sp>
        <p:nvSpPr>
          <p:cNvPr id="60" name="Shape 14">
            <a:extLst>
              <a:ext uri="{FF2B5EF4-FFF2-40B4-BE49-F238E27FC236}">
                <a16:creationId xmlns:a16="http://schemas.microsoft.com/office/drawing/2014/main" id="{6F7FCBD4-00F8-C34D-73E3-0AE9D78E9898}"/>
              </a:ext>
            </a:extLst>
          </p:cNvPr>
          <p:cNvSpPr/>
          <p:nvPr/>
        </p:nvSpPr>
        <p:spPr>
          <a:xfrm>
            <a:off x="3682436" y="3693173"/>
            <a:ext cx="30278" cy="33819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61" name="Text 15">
            <a:extLst>
              <a:ext uri="{FF2B5EF4-FFF2-40B4-BE49-F238E27FC236}">
                <a16:creationId xmlns:a16="http://schemas.microsoft.com/office/drawing/2014/main" id="{260B0D19-DEA8-2BDC-EEC5-1FBE6ACCD573}"/>
              </a:ext>
            </a:extLst>
          </p:cNvPr>
          <p:cNvSpPr/>
          <p:nvPr/>
        </p:nvSpPr>
        <p:spPr>
          <a:xfrm>
            <a:off x="3838150" y="3572392"/>
            <a:ext cx="1877221" cy="2318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30" b="1" dirty="0">
                <a:solidFill>
                  <a:srgbClr val="4B5563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Noto Sans CJK KR" pitchFamily="34" charset="-120"/>
              </a:rPr>
              <a:t>lap 0.5.13</a:t>
            </a:r>
            <a:endParaRPr lang="en-US" sz="123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63" name="Shape 5">
            <a:extLst>
              <a:ext uri="{FF2B5EF4-FFF2-40B4-BE49-F238E27FC236}">
                <a16:creationId xmlns:a16="http://schemas.microsoft.com/office/drawing/2014/main" id="{07525A94-61FF-5F0D-DB9D-2167E788D142}"/>
              </a:ext>
            </a:extLst>
          </p:cNvPr>
          <p:cNvSpPr/>
          <p:nvPr/>
        </p:nvSpPr>
        <p:spPr>
          <a:xfrm>
            <a:off x="6206435" y="2079400"/>
            <a:ext cx="2465474" cy="2040050"/>
          </a:xfrm>
          <a:prstGeom prst="roundRect">
            <a:avLst>
              <a:gd name="adj" fmla="val 3817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blurRad="38100" dist="50800" dir="2700000" sx="99000" sy="99000" algn="bl" rotWithShape="0">
              <a:srgbClr val="9CA3AF">
                <a:alpha val="12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64" name="Shape 6">
            <a:extLst>
              <a:ext uri="{FF2B5EF4-FFF2-40B4-BE49-F238E27FC236}">
                <a16:creationId xmlns:a16="http://schemas.microsoft.com/office/drawing/2014/main" id="{DFA46BA0-F03B-B786-EEBE-B8B8AE611DDA}"/>
              </a:ext>
            </a:extLst>
          </p:cNvPr>
          <p:cNvSpPr/>
          <p:nvPr/>
        </p:nvSpPr>
        <p:spPr>
          <a:xfrm>
            <a:off x="6422705" y="2320962"/>
            <a:ext cx="276825" cy="309199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 w="12700">
            <a:solidFill>
              <a:srgbClr val="F3F7FF"/>
            </a:solidFill>
            <a:prstDash val="solid"/>
          </a:ln>
        </p:spPr>
      </p:sp>
      <p:sp>
        <p:nvSpPr>
          <p:cNvPr id="65" name="Text 7">
            <a:extLst>
              <a:ext uri="{FF2B5EF4-FFF2-40B4-BE49-F238E27FC236}">
                <a16:creationId xmlns:a16="http://schemas.microsoft.com/office/drawing/2014/main" id="{6227CA19-A9D7-5F73-7483-D576399EF9BD}"/>
              </a:ext>
            </a:extLst>
          </p:cNvPr>
          <p:cNvSpPr/>
          <p:nvPr/>
        </p:nvSpPr>
        <p:spPr>
          <a:xfrm>
            <a:off x="6452982" y="2345118"/>
            <a:ext cx="216270" cy="26088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ko-KR" altLang="en-US" sz="1800" dirty="0">
                <a:solidFill>
                  <a:srgbClr val="0000FF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◌</a:t>
            </a:r>
          </a:p>
        </p:txBody>
      </p:sp>
      <p:sp>
        <p:nvSpPr>
          <p:cNvPr id="66" name="Text 8">
            <a:extLst>
              <a:ext uri="{FF2B5EF4-FFF2-40B4-BE49-F238E27FC236}">
                <a16:creationId xmlns:a16="http://schemas.microsoft.com/office/drawing/2014/main" id="{BDFD3E5D-A2F2-41BE-B1A8-DDA746B93F99}"/>
              </a:ext>
            </a:extLst>
          </p:cNvPr>
          <p:cNvSpPr/>
          <p:nvPr/>
        </p:nvSpPr>
        <p:spPr>
          <a:xfrm>
            <a:off x="6829292" y="2301637"/>
            <a:ext cx="1643649" cy="34784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443F0"/>
                </a:solidFill>
                <a:latin typeface="Malgun Gothic"/>
              </a:defRPr>
            </a:pPr>
            <a:r>
              <a:rPr lang="ko-KR" altLang="en-US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얼굴 인식</a:t>
            </a:r>
          </a:p>
        </p:txBody>
      </p:sp>
      <p:sp>
        <p:nvSpPr>
          <p:cNvPr id="67" name="Shape 9">
            <a:extLst>
              <a:ext uri="{FF2B5EF4-FFF2-40B4-BE49-F238E27FC236}">
                <a16:creationId xmlns:a16="http://schemas.microsoft.com/office/drawing/2014/main" id="{90A35140-A37C-F714-1556-EA7478D63FFF}"/>
              </a:ext>
            </a:extLst>
          </p:cNvPr>
          <p:cNvSpPr/>
          <p:nvPr/>
        </p:nvSpPr>
        <p:spPr>
          <a:xfrm>
            <a:off x="6422705" y="2755772"/>
            <a:ext cx="203293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8" name="Shape 10">
            <a:extLst>
              <a:ext uri="{FF2B5EF4-FFF2-40B4-BE49-F238E27FC236}">
                <a16:creationId xmlns:a16="http://schemas.microsoft.com/office/drawing/2014/main" id="{2AE6D863-8980-23F5-4845-92AA868977AD}"/>
              </a:ext>
            </a:extLst>
          </p:cNvPr>
          <p:cNvSpPr/>
          <p:nvPr/>
        </p:nvSpPr>
        <p:spPr>
          <a:xfrm>
            <a:off x="6422705" y="3108452"/>
            <a:ext cx="30278" cy="33819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69" name="Text 11">
            <a:extLst>
              <a:ext uri="{FF2B5EF4-FFF2-40B4-BE49-F238E27FC236}">
                <a16:creationId xmlns:a16="http://schemas.microsoft.com/office/drawing/2014/main" id="{D3A59948-9C5B-A790-F0BC-9466B9DA8361}"/>
              </a:ext>
            </a:extLst>
          </p:cNvPr>
          <p:cNvSpPr/>
          <p:nvPr/>
        </p:nvSpPr>
        <p:spPr>
          <a:xfrm>
            <a:off x="6578419" y="2987672"/>
            <a:ext cx="1877221" cy="2318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30" b="1" dirty="0">
                <a:solidFill>
                  <a:srgbClr val="4B5563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Noto Sans CJK KR" pitchFamily="34" charset="-120"/>
              </a:rPr>
              <a:t>insightface 1.0.1</a:t>
            </a:r>
          </a:p>
        </p:txBody>
      </p:sp>
      <p:sp>
        <p:nvSpPr>
          <p:cNvPr id="70" name="Shape 12">
            <a:extLst>
              <a:ext uri="{FF2B5EF4-FFF2-40B4-BE49-F238E27FC236}">
                <a16:creationId xmlns:a16="http://schemas.microsoft.com/office/drawing/2014/main" id="{2E7F6C1A-B40E-E4EB-326E-CDE086C7BBCD}"/>
              </a:ext>
            </a:extLst>
          </p:cNvPr>
          <p:cNvSpPr/>
          <p:nvPr/>
        </p:nvSpPr>
        <p:spPr>
          <a:xfrm>
            <a:off x="6422705" y="3407989"/>
            <a:ext cx="30278" cy="33819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71" name="Text 13">
            <a:extLst>
              <a:ext uri="{FF2B5EF4-FFF2-40B4-BE49-F238E27FC236}">
                <a16:creationId xmlns:a16="http://schemas.microsoft.com/office/drawing/2014/main" id="{C873239E-B71F-121C-9367-78A38401784A}"/>
              </a:ext>
            </a:extLst>
          </p:cNvPr>
          <p:cNvSpPr/>
          <p:nvPr/>
        </p:nvSpPr>
        <p:spPr>
          <a:xfrm>
            <a:off x="6578419" y="3287208"/>
            <a:ext cx="1877221" cy="2318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30" b="1" dirty="0">
                <a:solidFill>
                  <a:srgbClr val="4B5563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Noto Sans CJK KR" pitchFamily="34" charset="-120"/>
              </a:rPr>
              <a:t>onnx 1.22.0</a:t>
            </a:r>
          </a:p>
        </p:txBody>
      </p:sp>
      <p:sp>
        <p:nvSpPr>
          <p:cNvPr id="72" name="Shape 14">
            <a:extLst>
              <a:ext uri="{FF2B5EF4-FFF2-40B4-BE49-F238E27FC236}">
                <a16:creationId xmlns:a16="http://schemas.microsoft.com/office/drawing/2014/main" id="{E128A9A5-34A7-1E9A-50F5-5492B01A49FC}"/>
              </a:ext>
            </a:extLst>
          </p:cNvPr>
          <p:cNvSpPr/>
          <p:nvPr/>
        </p:nvSpPr>
        <p:spPr>
          <a:xfrm>
            <a:off x="6422705" y="3707525"/>
            <a:ext cx="30278" cy="33819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73" name="Text 15">
            <a:extLst>
              <a:ext uri="{FF2B5EF4-FFF2-40B4-BE49-F238E27FC236}">
                <a16:creationId xmlns:a16="http://schemas.microsoft.com/office/drawing/2014/main" id="{0D3ED6E9-B9CF-B5D4-5E16-4D1985BB4ECD}"/>
              </a:ext>
            </a:extLst>
          </p:cNvPr>
          <p:cNvSpPr/>
          <p:nvPr/>
        </p:nvSpPr>
        <p:spPr>
          <a:xfrm>
            <a:off x="6578419" y="3586744"/>
            <a:ext cx="1877221" cy="2318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30" b="1" dirty="0">
                <a:solidFill>
                  <a:srgbClr val="4B5563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Noto Sans CJK KR" pitchFamily="34" charset="-120"/>
              </a:rPr>
              <a:t>onnxruntime 1.27.0</a:t>
            </a:r>
            <a:endParaRPr lang="en-US" sz="123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75" name="Shape 5">
            <a:extLst>
              <a:ext uri="{FF2B5EF4-FFF2-40B4-BE49-F238E27FC236}">
                <a16:creationId xmlns:a16="http://schemas.microsoft.com/office/drawing/2014/main" id="{28C6EA54-6313-D245-302E-F5511027C28E}"/>
              </a:ext>
            </a:extLst>
          </p:cNvPr>
          <p:cNvSpPr/>
          <p:nvPr/>
        </p:nvSpPr>
        <p:spPr>
          <a:xfrm>
            <a:off x="8942509" y="2073591"/>
            <a:ext cx="2465474" cy="2040050"/>
          </a:xfrm>
          <a:prstGeom prst="roundRect">
            <a:avLst>
              <a:gd name="adj" fmla="val 3817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blurRad="38100" dist="50800" dir="2700000" sx="99000" sy="99000" algn="bl" rotWithShape="0">
              <a:srgbClr val="9CA3AF">
                <a:alpha val="12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76" name="Shape 6">
            <a:extLst>
              <a:ext uri="{FF2B5EF4-FFF2-40B4-BE49-F238E27FC236}">
                <a16:creationId xmlns:a16="http://schemas.microsoft.com/office/drawing/2014/main" id="{D050FEB2-61EF-F114-7D70-005454641D2E}"/>
              </a:ext>
            </a:extLst>
          </p:cNvPr>
          <p:cNvSpPr/>
          <p:nvPr/>
        </p:nvSpPr>
        <p:spPr>
          <a:xfrm>
            <a:off x="9158779" y="2315153"/>
            <a:ext cx="276825" cy="309199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 w="12700">
            <a:solidFill>
              <a:srgbClr val="F3F7FF"/>
            </a:solidFill>
            <a:prstDash val="solid"/>
          </a:ln>
        </p:spPr>
      </p:sp>
      <p:sp>
        <p:nvSpPr>
          <p:cNvPr id="77" name="Text 7">
            <a:extLst>
              <a:ext uri="{FF2B5EF4-FFF2-40B4-BE49-F238E27FC236}">
                <a16:creationId xmlns:a16="http://schemas.microsoft.com/office/drawing/2014/main" id="{CA5ABEEA-856B-C315-7B84-33C049608B66}"/>
              </a:ext>
            </a:extLst>
          </p:cNvPr>
          <p:cNvSpPr/>
          <p:nvPr/>
        </p:nvSpPr>
        <p:spPr>
          <a:xfrm>
            <a:off x="9189056" y="2339309"/>
            <a:ext cx="216270" cy="26088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ko-KR" altLang="en-US" sz="1800" dirty="0">
                <a:solidFill>
                  <a:srgbClr val="0000FF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✦</a:t>
            </a:r>
          </a:p>
        </p:txBody>
      </p:sp>
      <p:sp>
        <p:nvSpPr>
          <p:cNvPr id="78" name="Text 8">
            <a:extLst>
              <a:ext uri="{FF2B5EF4-FFF2-40B4-BE49-F238E27FC236}">
                <a16:creationId xmlns:a16="http://schemas.microsoft.com/office/drawing/2014/main" id="{0053D134-67D3-72CE-CE66-331FB2EA8B54}"/>
              </a:ext>
            </a:extLst>
          </p:cNvPr>
          <p:cNvSpPr/>
          <p:nvPr/>
        </p:nvSpPr>
        <p:spPr>
          <a:xfrm>
            <a:off x="9565366" y="2295828"/>
            <a:ext cx="1643649" cy="34784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443F0"/>
                </a:solidFill>
                <a:latin typeface="Malgun Gothic"/>
              </a:defRPr>
            </a:pPr>
            <a:r>
              <a:rPr lang="ko-KR" altLang="en-US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모델 실행 </a:t>
            </a:r>
            <a:r>
              <a:rPr lang="en-US" altLang="ko-KR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/ </a:t>
            </a:r>
            <a:r>
              <a:rPr lang="ko-KR" altLang="en-US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연산</a:t>
            </a:r>
          </a:p>
        </p:txBody>
      </p:sp>
      <p:sp>
        <p:nvSpPr>
          <p:cNvPr id="79" name="Shape 9">
            <a:extLst>
              <a:ext uri="{FF2B5EF4-FFF2-40B4-BE49-F238E27FC236}">
                <a16:creationId xmlns:a16="http://schemas.microsoft.com/office/drawing/2014/main" id="{EED5B53B-0433-60DD-25D7-A4A89CC0A190}"/>
              </a:ext>
            </a:extLst>
          </p:cNvPr>
          <p:cNvSpPr/>
          <p:nvPr/>
        </p:nvSpPr>
        <p:spPr>
          <a:xfrm>
            <a:off x="9158779" y="2749963"/>
            <a:ext cx="203293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80" name="Shape 10">
            <a:extLst>
              <a:ext uri="{FF2B5EF4-FFF2-40B4-BE49-F238E27FC236}">
                <a16:creationId xmlns:a16="http://schemas.microsoft.com/office/drawing/2014/main" id="{E45ADB68-6CF4-3ACA-2239-6AA519FE0C56}"/>
              </a:ext>
            </a:extLst>
          </p:cNvPr>
          <p:cNvSpPr/>
          <p:nvPr/>
        </p:nvSpPr>
        <p:spPr>
          <a:xfrm>
            <a:off x="9158779" y="3102643"/>
            <a:ext cx="30278" cy="33819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81" name="Text 11">
            <a:extLst>
              <a:ext uri="{FF2B5EF4-FFF2-40B4-BE49-F238E27FC236}">
                <a16:creationId xmlns:a16="http://schemas.microsoft.com/office/drawing/2014/main" id="{9618A3A9-BD3F-3535-47AD-B4FF51874ED7}"/>
              </a:ext>
            </a:extLst>
          </p:cNvPr>
          <p:cNvSpPr/>
          <p:nvPr/>
        </p:nvSpPr>
        <p:spPr>
          <a:xfrm>
            <a:off x="9314493" y="2981863"/>
            <a:ext cx="1877221" cy="2318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30" b="1" dirty="0">
                <a:solidFill>
                  <a:srgbClr val="4B5563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Noto Sans CJK KR" pitchFamily="34" charset="-120"/>
              </a:rPr>
              <a:t>torch 2.12.1</a:t>
            </a:r>
          </a:p>
        </p:txBody>
      </p:sp>
      <p:sp>
        <p:nvSpPr>
          <p:cNvPr id="82" name="Shape 12">
            <a:extLst>
              <a:ext uri="{FF2B5EF4-FFF2-40B4-BE49-F238E27FC236}">
                <a16:creationId xmlns:a16="http://schemas.microsoft.com/office/drawing/2014/main" id="{01A4A247-FFCC-9CF7-FC02-9ADE4B513740}"/>
              </a:ext>
            </a:extLst>
          </p:cNvPr>
          <p:cNvSpPr/>
          <p:nvPr/>
        </p:nvSpPr>
        <p:spPr>
          <a:xfrm>
            <a:off x="9158779" y="3402180"/>
            <a:ext cx="30278" cy="33819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83" name="Text 13">
            <a:extLst>
              <a:ext uri="{FF2B5EF4-FFF2-40B4-BE49-F238E27FC236}">
                <a16:creationId xmlns:a16="http://schemas.microsoft.com/office/drawing/2014/main" id="{254E1656-06FB-1831-C9C5-652DE6DF7089}"/>
              </a:ext>
            </a:extLst>
          </p:cNvPr>
          <p:cNvSpPr/>
          <p:nvPr/>
        </p:nvSpPr>
        <p:spPr>
          <a:xfrm>
            <a:off x="9314493" y="3281399"/>
            <a:ext cx="1877221" cy="2318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30" b="1" dirty="0">
                <a:solidFill>
                  <a:srgbClr val="4B5563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Noto Sans CJK KR" pitchFamily="34" charset="-120"/>
              </a:rPr>
              <a:t>torchvision 0.27.1</a:t>
            </a:r>
          </a:p>
        </p:txBody>
      </p:sp>
      <p:sp>
        <p:nvSpPr>
          <p:cNvPr id="84" name="Shape 14">
            <a:extLst>
              <a:ext uri="{FF2B5EF4-FFF2-40B4-BE49-F238E27FC236}">
                <a16:creationId xmlns:a16="http://schemas.microsoft.com/office/drawing/2014/main" id="{9EF2B266-5FB6-2B6F-0BA4-9A740EBE1BDB}"/>
              </a:ext>
            </a:extLst>
          </p:cNvPr>
          <p:cNvSpPr/>
          <p:nvPr/>
        </p:nvSpPr>
        <p:spPr>
          <a:xfrm>
            <a:off x="9158779" y="3701716"/>
            <a:ext cx="30278" cy="33819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85" name="Text 15">
            <a:extLst>
              <a:ext uri="{FF2B5EF4-FFF2-40B4-BE49-F238E27FC236}">
                <a16:creationId xmlns:a16="http://schemas.microsoft.com/office/drawing/2014/main" id="{C134ACCD-C776-4CEA-7124-8BA17D73440F}"/>
              </a:ext>
            </a:extLst>
          </p:cNvPr>
          <p:cNvSpPr/>
          <p:nvPr/>
        </p:nvSpPr>
        <p:spPr>
          <a:xfrm>
            <a:off x="9314493" y="3580935"/>
            <a:ext cx="1877221" cy="2318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30" b="1" dirty="0">
                <a:solidFill>
                  <a:srgbClr val="4B5563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Noto Sans CJK KR" pitchFamily="34" charset="-120"/>
              </a:rPr>
              <a:t>numpy / scipy</a:t>
            </a:r>
            <a:endParaRPr lang="en-US" sz="123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grpSp>
        <p:nvGrpSpPr>
          <p:cNvPr id="90" name="그룹 89">
            <a:extLst>
              <a:ext uri="{FF2B5EF4-FFF2-40B4-BE49-F238E27FC236}">
                <a16:creationId xmlns:a16="http://schemas.microsoft.com/office/drawing/2014/main" id="{3FC22A21-25F1-99A2-E1BF-7CBA2CA4D12A}"/>
              </a:ext>
            </a:extLst>
          </p:cNvPr>
          <p:cNvGrpSpPr/>
          <p:nvPr/>
        </p:nvGrpSpPr>
        <p:grpSpPr>
          <a:xfrm>
            <a:off x="5490854" y="5046691"/>
            <a:ext cx="1188113" cy="159591"/>
            <a:chOff x="4685157" y="4365546"/>
            <a:chExt cx="1344168" cy="126041"/>
          </a:xfrm>
        </p:grpSpPr>
        <p:cxnSp>
          <p:nvCxnSpPr>
            <p:cNvPr id="91" name="Connector 11">
              <a:extLst>
                <a:ext uri="{FF2B5EF4-FFF2-40B4-BE49-F238E27FC236}">
                  <a16:creationId xmlns:a16="http://schemas.microsoft.com/office/drawing/2014/main" id="{1E63D63A-3176-8F19-CE19-6A6D7760A2D5}"/>
                </a:ext>
              </a:extLst>
            </p:cNvPr>
            <p:cNvCxnSpPr>
              <a:cxnSpLocks/>
            </p:cNvCxnSpPr>
            <p:nvPr/>
          </p:nvCxnSpPr>
          <p:spPr>
            <a:xfrm>
              <a:off x="4685157" y="4427580"/>
              <a:ext cx="1280160" cy="0"/>
            </a:xfrm>
            <a:prstGeom prst="line">
              <a:avLst/>
            </a:prstGeom>
            <a:ln w="15240">
              <a:solidFill>
                <a:srgbClr val="1443F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Isosceles Triangle 12">
              <a:extLst>
                <a:ext uri="{FF2B5EF4-FFF2-40B4-BE49-F238E27FC236}">
                  <a16:creationId xmlns:a16="http://schemas.microsoft.com/office/drawing/2014/main" id="{A3CAA728-A619-6845-5BD8-58968A3F21E6}"/>
                </a:ext>
              </a:extLst>
            </p:cNvPr>
            <p:cNvSpPr/>
            <p:nvPr/>
          </p:nvSpPr>
          <p:spPr>
            <a:xfrm rot="5400000">
              <a:off x="5902296" y="4364559"/>
              <a:ext cx="126041" cy="128016"/>
            </a:xfrm>
            <a:prstGeom prst="triangle">
              <a:avLst/>
            </a:prstGeom>
            <a:solidFill>
              <a:srgbClr val="1443F0"/>
            </a:solidFill>
            <a:ln>
              <a:solidFill>
                <a:srgbClr val="1443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</p:grpSp>
      <p:grpSp>
        <p:nvGrpSpPr>
          <p:cNvPr id="93" name="그룹 92">
            <a:extLst>
              <a:ext uri="{FF2B5EF4-FFF2-40B4-BE49-F238E27FC236}">
                <a16:creationId xmlns:a16="http://schemas.microsoft.com/office/drawing/2014/main" id="{DFC8619A-A974-8438-C981-F23394C0DB4B}"/>
              </a:ext>
            </a:extLst>
          </p:cNvPr>
          <p:cNvGrpSpPr/>
          <p:nvPr/>
        </p:nvGrpSpPr>
        <p:grpSpPr>
          <a:xfrm>
            <a:off x="2750585" y="5006158"/>
            <a:ext cx="1188113" cy="159591"/>
            <a:chOff x="4685157" y="4365546"/>
            <a:chExt cx="1344168" cy="126041"/>
          </a:xfrm>
        </p:grpSpPr>
        <p:cxnSp>
          <p:nvCxnSpPr>
            <p:cNvPr id="94" name="Connector 11">
              <a:extLst>
                <a:ext uri="{FF2B5EF4-FFF2-40B4-BE49-F238E27FC236}">
                  <a16:creationId xmlns:a16="http://schemas.microsoft.com/office/drawing/2014/main" id="{8C889AA4-BDFE-9ED1-363A-8B5EC00B2169}"/>
                </a:ext>
              </a:extLst>
            </p:cNvPr>
            <p:cNvCxnSpPr>
              <a:cxnSpLocks/>
            </p:cNvCxnSpPr>
            <p:nvPr/>
          </p:nvCxnSpPr>
          <p:spPr>
            <a:xfrm>
              <a:off x="4685157" y="4427580"/>
              <a:ext cx="1280160" cy="0"/>
            </a:xfrm>
            <a:prstGeom prst="line">
              <a:avLst/>
            </a:prstGeom>
            <a:ln w="15240">
              <a:solidFill>
                <a:srgbClr val="1443F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5" name="Isosceles Triangle 12">
              <a:extLst>
                <a:ext uri="{FF2B5EF4-FFF2-40B4-BE49-F238E27FC236}">
                  <a16:creationId xmlns:a16="http://schemas.microsoft.com/office/drawing/2014/main" id="{4867264E-8C5A-FBE7-C57A-76090319B48D}"/>
                </a:ext>
              </a:extLst>
            </p:cNvPr>
            <p:cNvSpPr/>
            <p:nvPr/>
          </p:nvSpPr>
          <p:spPr>
            <a:xfrm rot="5400000">
              <a:off x="5902296" y="4364559"/>
              <a:ext cx="126041" cy="128016"/>
            </a:xfrm>
            <a:prstGeom prst="triangle">
              <a:avLst/>
            </a:prstGeom>
            <a:solidFill>
              <a:srgbClr val="1443F0"/>
            </a:solidFill>
            <a:ln>
              <a:solidFill>
                <a:srgbClr val="1443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133918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2847864" y="4482161"/>
            <a:ext cx="1032334" cy="2308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500" b="1">
                <a:solidFill>
                  <a:srgbClr val="1443F0"/>
                </a:solidFill>
                <a:latin typeface="Malgun Gothic"/>
              </a:defRPr>
            </a:pPr>
            <a:r>
              <a:rPr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JSON / NPZ</a:t>
            </a:r>
          </a:p>
        </p:txBody>
      </p:sp>
      <p:cxnSp>
        <p:nvCxnSpPr>
          <p:cNvPr id="14" name="Connector 13"/>
          <p:cNvCxnSpPr>
            <a:cxnSpLocks/>
          </p:cNvCxnSpPr>
          <p:nvPr/>
        </p:nvCxnSpPr>
        <p:spPr>
          <a:xfrm>
            <a:off x="2847864" y="4712993"/>
            <a:ext cx="1032334" cy="0"/>
          </a:xfrm>
          <a:prstGeom prst="line">
            <a:avLst/>
          </a:prstGeom>
          <a:ln w="13335">
            <a:solidFill>
              <a:srgbClr val="1443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429223" y="4890249"/>
            <a:ext cx="2882985" cy="505267"/>
          </a:xfrm>
          <a:prstGeom prst="rect">
            <a:avLst/>
          </a:prstGeom>
          <a:noFill/>
        </p:spPr>
        <p:txBody>
          <a:bodyPr wrap="square" lIns="18288" tIns="0" rIns="0" bIns="0">
            <a:spAutoFit/>
          </a:bodyPr>
          <a:lstStyle/>
          <a:p>
            <a:pPr>
              <a:spcAft>
                <a:spcPts val="120"/>
              </a:spcAft>
              <a:defRPr sz="919">
                <a:solidFill>
                  <a:srgbClr val="26272B"/>
                </a:solidFill>
                <a:latin typeface="Malgun Gothic"/>
              </a:defRPr>
            </a:pPr>
            <a:r>
              <a:rPr lang="en-US" altLang="ko-KR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• DB </a:t>
            </a:r>
            <a:r>
              <a:rPr lang="ko-KR" alt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서버 없이 파일 기반 저장</a:t>
            </a:r>
          </a:p>
          <a:p>
            <a:pPr>
              <a:spcAft>
                <a:spcPts val="120"/>
              </a:spcAft>
              <a:defRPr sz="919">
                <a:solidFill>
                  <a:srgbClr val="26272B"/>
                </a:solidFill>
                <a:latin typeface="Malgun Gothic"/>
              </a:defRPr>
            </a:pPr>
            <a:r>
              <a:rPr lang="en-US" altLang="ko-KR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• </a:t>
            </a:r>
            <a:r>
              <a:rPr lang="ko-KR" alt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얼굴 임베딩은 </a:t>
            </a:r>
            <a:r>
              <a:rPr lang="en-US" altLang="ko-KR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NPZ </a:t>
            </a:r>
            <a:r>
              <a:rPr lang="ko-KR" alt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배열로 관리</a:t>
            </a:r>
          </a:p>
        </p:txBody>
      </p:sp>
      <p:grpSp>
        <p:nvGrpSpPr>
          <p:cNvPr id="156" name="그룹 155">
            <a:extLst>
              <a:ext uri="{FF2B5EF4-FFF2-40B4-BE49-F238E27FC236}">
                <a16:creationId xmlns:a16="http://schemas.microsoft.com/office/drawing/2014/main" id="{6E0C0FE0-4651-051D-A00D-C2C883643476}"/>
              </a:ext>
            </a:extLst>
          </p:cNvPr>
          <p:cNvGrpSpPr/>
          <p:nvPr/>
        </p:nvGrpSpPr>
        <p:grpSpPr>
          <a:xfrm>
            <a:off x="2586182" y="4699867"/>
            <a:ext cx="1510970" cy="924538"/>
            <a:chOff x="2586182" y="4699867"/>
            <a:chExt cx="1510970" cy="924538"/>
          </a:xfrm>
        </p:grpSpPr>
        <p:pic>
          <p:nvPicPr>
            <p:cNvPr id="30" name="Picture 4" descr="Json 파일 - 무료 상호 작용개 아이콘">
              <a:extLst>
                <a:ext uri="{FF2B5EF4-FFF2-40B4-BE49-F238E27FC236}">
                  <a16:creationId xmlns:a16="http://schemas.microsoft.com/office/drawing/2014/main" id="{551AE534-FB43-0E1B-6485-2A4CBC7A1BE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17213" y="4819821"/>
              <a:ext cx="779939" cy="6712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1" name="그림 30">
              <a:extLst>
                <a:ext uri="{FF2B5EF4-FFF2-40B4-BE49-F238E27FC236}">
                  <a16:creationId xmlns:a16="http://schemas.microsoft.com/office/drawing/2014/main" id="{D97CF3A8-2ECF-3FAB-59FC-A40EB259193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23676" t="1690" r="24205" b="6222"/>
            <a:stretch/>
          </p:blipFill>
          <p:spPr>
            <a:xfrm>
              <a:off x="2586182" y="4699867"/>
              <a:ext cx="858982" cy="924538"/>
            </a:xfrm>
            <a:prstGeom prst="rect">
              <a:avLst/>
            </a:prstGeom>
          </p:spPr>
        </p:pic>
      </p:grpSp>
      <p:sp>
        <p:nvSpPr>
          <p:cNvPr id="27" name="Google Shape;86;p13">
            <a:extLst>
              <a:ext uri="{FF2B5EF4-FFF2-40B4-BE49-F238E27FC236}">
                <a16:creationId xmlns:a16="http://schemas.microsoft.com/office/drawing/2014/main" id="{E04A4474-2736-C460-A196-B7B307E30FD3}"/>
              </a:ext>
            </a:extLst>
          </p:cNvPr>
          <p:cNvSpPr/>
          <p:nvPr/>
        </p:nvSpPr>
        <p:spPr>
          <a:xfrm>
            <a:off x="771525" y="1365795"/>
            <a:ext cx="106489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Calibri"/>
              <a:sym typeface="Calibri"/>
            </a:endParaRPr>
          </a:p>
        </p:txBody>
      </p:sp>
      <p:sp>
        <p:nvSpPr>
          <p:cNvPr id="28" name="Google Shape;179;p16">
            <a:extLst>
              <a:ext uri="{FF2B5EF4-FFF2-40B4-BE49-F238E27FC236}">
                <a16:creationId xmlns:a16="http://schemas.microsoft.com/office/drawing/2014/main" id="{C61A91A3-870B-7D10-34CB-703CF2F67625}"/>
              </a:ext>
            </a:extLst>
          </p:cNvPr>
          <p:cNvSpPr txBox="1"/>
          <p:nvPr/>
        </p:nvSpPr>
        <p:spPr>
          <a:xfrm>
            <a:off x="771525" y="581025"/>
            <a:ext cx="11181397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en-US" altLang="ko-KR" sz="2850" b="1" dirty="0">
                <a:solidFill>
                  <a:srgbClr val="0F172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Poppins Black"/>
              </a:rPr>
              <a:t>04. </a:t>
            </a:r>
            <a:r>
              <a:rPr lang="ko-KR" altLang="en-US" sz="2850" b="1" dirty="0">
                <a:solidFill>
                  <a:srgbClr val="0F172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Poppins Black"/>
              </a:rPr>
              <a:t>사용 툴 및 개발 환경</a:t>
            </a:r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31DCD252-12CD-25B5-C01A-DAE2152032BF}"/>
              </a:ext>
            </a:extLst>
          </p:cNvPr>
          <p:cNvCxnSpPr/>
          <p:nvPr/>
        </p:nvCxnSpPr>
        <p:spPr>
          <a:xfrm>
            <a:off x="615250" y="6178858"/>
            <a:ext cx="10970514" cy="0"/>
          </a:xfrm>
          <a:prstGeom prst="line">
            <a:avLst/>
          </a:prstGeom>
          <a:ln>
            <a:solidFill>
              <a:schemeClr val="bg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77C287AA-D859-1341-D9DF-E667711E9B75}"/>
              </a:ext>
            </a:extLst>
          </p:cNvPr>
          <p:cNvCxnSpPr/>
          <p:nvPr/>
        </p:nvCxnSpPr>
        <p:spPr>
          <a:xfrm>
            <a:off x="606641" y="1376039"/>
            <a:ext cx="0" cy="4802819"/>
          </a:xfrm>
          <a:prstGeom prst="line">
            <a:avLst/>
          </a:prstGeom>
          <a:ln>
            <a:solidFill>
              <a:schemeClr val="bg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32B86D7C-0ECE-C1E4-8811-545D6EDE15A3}"/>
              </a:ext>
            </a:extLst>
          </p:cNvPr>
          <p:cNvCxnSpPr/>
          <p:nvPr/>
        </p:nvCxnSpPr>
        <p:spPr>
          <a:xfrm>
            <a:off x="11585764" y="1376039"/>
            <a:ext cx="0" cy="4802819"/>
          </a:xfrm>
          <a:prstGeom prst="line">
            <a:avLst/>
          </a:prstGeom>
          <a:ln>
            <a:solidFill>
              <a:schemeClr val="bg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E9DE0F11-41EE-6E1A-3035-9199D14692D0}"/>
              </a:ext>
            </a:extLst>
          </p:cNvPr>
          <p:cNvCxnSpPr/>
          <p:nvPr/>
        </p:nvCxnSpPr>
        <p:spPr>
          <a:xfrm flipV="1">
            <a:off x="606641" y="1145219"/>
            <a:ext cx="10979123" cy="9327"/>
          </a:xfrm>
          <a:prstGeom prst="line">
            <a:avLst/>
          </a:prstGeom>
          <a:ln>
            <a:solidFill>
              <a:schemeClr val="bg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B61B1285-08E9-4B01-4789-D5310DB7CF9E}"/>
              </a:ext>
            </a:extLst>
          </p:cNvPr>
          <p:cNvCxnSpPr/>
          <p:nvPr/>
        </p:nvCxnSpPr>
        <p:spPr>
          <a:xfrm flipV="1">
            <a:off x="615250" y="1376039"/>
            <a:ext cx="10970514" cy="1928"/>
          </a:xfrm>
          <a:prstGeom prst="line">
            <a:avLst/>
          </a:prstGeom>
          <a:ln>
            <a:solidFill>
              <a:schemeClr val="bg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Shape 5">
            <a:extLst>
              <a:ext uri="{FF2B5EF4-FFF2-40B4-BE49-F238E27FC236}">
                <a16:creationId xmlns:a16="http://schemas.microsoft.com/office/drawing/2014/main" id="{F289C6B9-7481-3E93-9909-45CE181F0E90}"/>
              </a:ext>
            </a:extLst>
          </p:cNvPr>
          <p:cNvSpPr/>
          <p:nvPr/>
        </p:nvSpPr>
        <p:spPr>
          <a:xfrm>
            <a:off x="784422" y="2070857"/>
            <a:ext cx="2465474" cy="2040050"/>
          </a:xfrm>
          <a:prstGeom prst="roundRect">
            <a:avLst>
              <a:gd name="adj" fmla="val 3817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blurRad="38100" dist="50800" dir="2700000" sx="99000" sy="99000" algn="bl" rotWithShape="0">
              <a:srgbClr val="9CA3AF">
                <a:alpha val="12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79" name="Shape 6">
            <a:extLst>
              <a:ext uri="{FF2B5EF4-FFF2-40B4-BE49-F238E27FC236}">
                <a16:creationId xmlns:a16="http://schemas.microsoft.com/office/drawing/2014/main" id="{F03B5EB8-AE2D-17A5-FF70-779C86D0F73D}"/>
              </a:ext>
            </a:extLst>
          </p:cNvPr>
          <p:cNvSpPr/>
          <p:nvPr/>
        </p:nvSpPr>
        <p:spPr>
          <a:xfrm>
            <a:off x="1000692" y="2312419"/>
            <a:ext cx="276825" cy="309199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 w="12700">
            <a:solidFill>
              <a:srgbClr val="F3F7FF"/>
            </a:solidFill>
            <a:prstDash val="solid"/>
          </a:ln>
        </p:spPr>
      </p:sp>
      <p:sp>
        <p:nvSpPr>
          <p:cNvPr id="80" name="Text 7">
            <a:extLst>
              <a:ext uri="{FF2B5EF4-FFF2-40B4-BE49-F238E27FC236}">
                <a16:creationId xmlns:a16="http://schemas.microsoft.com/office/drawing/2014/main" id="{D44FA335-595D-2363-2787-FCFEDDB32400}"/>
              </a:ext>
            </a:extLst>
          </p:cNvPr>
          <p:cNvSpPr/>
          <p:nvPr/>
        </p:nvSpPr>
        <p:spPr>
          <a:xfrm>
            <a:off x="1030969" y="2336575"/>
            <a:ext cx="216270" cy="26088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ko-KR" altLang="en-US" sz="1800" dirty="0">
                <a:solidFill>
                  <a:srgbClr val="0000FF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◉</a:t>
            </a:r>
          </a:p>
        </p:txBody>
      </p:sp>
      <p:sp>
        <p:nvSpPr>
          <p:cNvPr id="81" name="Text 8">
            <a:extLst>
              <a:ext uri="{FF2B5EF4-FFF2-40B4-BE49-F238E27FC236}">
                <a16:creationId xmlns:a16="http://schemas.microsoft.com/office/drawing/2014/main" id="{10B8474C-0D36-95F8-765B-0773FC39B0AA}"/>
              </a:ext>
            </a:extLst>
          </p:cNvPr>
          <p:cNvSpPr/>
          <p:nvPr/>
        </p:nvSpPr>
        <p:spPr>
          <a:xfrm>
            <a:off x="1407279" y="2293094"/>
            <a:ext cx="1643649" cy="34784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443F0"/>
                </a:solidFill>
                <a:latin typeface="Malgun Gothic"/>
              </a:defRPr>
            </a:pPr>
            <a:r>
              <a:rPr lang="ko-KR" altLang="en-US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프로젝트 저장 방식</a:t>
            </a:r>
          </a:p>
        </p:txBody>
      </p:sp>
      <p:sp>
        <p:nvSpPr>
          <p:cNvPr id="82" name="Shape 9">
            <a:extLst>
              <a:ext uri="{FF2B5EF4-FFF2-40B4-BE49-F238E27FC236}">
                <a16:creationId xmlns:a16="http://schemas.microsoft.com/office/drawing/2014/main" id="{DBCD7667-673C-CB57-9B09-4522DD820599}"/>
              </a:ext>
            </a:extLst>
          </p:cNvPr>
          <p:cNvSpPr/>
          <p:nvPr/>
        </p:nvSpPr>
        <p:spPr>
          <a:xfrm>
            <a:off x="1000692" y="2747229"/>
            <a:ext cx="203293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83" name="Shape 10">
            <a:extLst>
              <a:ext uri="{FF2B5EF4-FFF2-40B4-BE49-F238E27FC236}">
                <a16:creationId xmlns:a16="http://schemas.microsoft.com/office/drawing/2014/main" id="{73D68DB9-8E21-3E0D-5344-0334E7641635}"/>
              </a:ext>
            </a:extLst>
          </p:cNvPr>
          <p:cNvSpPr/>
          <p:nvPr/>
        </p:nvSpPr>
        <p:spPr>
          <a:xfrm>
            <a:off x="1000692" y="3099909"/>
            <a:ext cx="30278" cy="33819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84" name="Text 11">
            <a:extLst>
              <a:ext uri="{FF2B5EF4-FFF2-40B4-BE49-F238E27FC236}">
                <a16:creationId xmlns:a16="http://schemas.microsoft.com/office/drawing/2014/main" id="{54A0FD97-09B9-A5A7-E6C1-0485DF62BD3B}"/>
              </a:ext>
            </a:extLst>
          </p:cNvPr>
          <p:cNvSpPr/>
          <p:nvPr/>
        </p:nvSpPr>
        <p:spPr>
          <a:xfrm>
            <a:off x="1156406" y="2979129"/>
            <a:ext cx="1877221" cy="2318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altLang="ko-KR" sz="1230" b="1" dirty="0">
                <a:solidFill>
                  <a:srgbClr val="4B5563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Noto Sans CJK KR" pitchFamily="34" charset="-120"/>
              </a:rPr>
              <a:t>JSON </a:t>
            </a:r>
            <a:r>
              <a:rPr lang="ko-KR" altLang="en-US" sz="1230" b="1" dirty="0">
                <a:solidFill>
                  <a:srgbClr val="4B5563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Noto Sans CJK KR" pitchFamily="34" charset="-120"/>
              </a:rPr>
              <a:t>파일 기반 저장</a:t>
            </a:r>
            <a:endParaRPr lang="en-US" sz="123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85" name="Shape 12">
            <a:extLst>
              <a:ext uri="{FF2B5EF4-FFF2-40B4-BE49-F238E27FC236}">
                <a16:creationId xmlns:a16="http://schemas.microsoft.com/office/drawing/2014/main" id="{5223D419-8AEF-52BE-E47B-2EA214A40E96}"/>
              </a:ext>
            </a:extLst>
          </p:cNvPr>
          <p:cNvSpPr/>
          <p:nvPr/>
        </p:nvSpPr>
        <p:spPr>
          <a:xfrm>
            <a:off x="1000692" y="3399446"/>
            <a:ext cx="30278" cy="33819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86" name="Text 13">
            <a:extLst>
              <a:ext uri="{FF2B5EF4-FFF2-40B4-BE49-F238E27FC236}">
                <a16:creationId xmlns:a16="http://schemas.microsoft.com/office/drawing/2014/main" id="{62D56175-FDDE-4E27-1B9D-4B4EEFF4E4E9}"/>
              </a:ext>
            </a:extLst>
          </p:cNvPr>
          <p:cNvSpPr/>
          <p:nvPr/>
        </p:nvSpPr>
        <p:spPr>
          <a:xfrm>
            <a:off x="1156406" y="3278665"/>
            <a:ext cx="1877221" cy="2318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ko-KR" altLang="en-US" sz="1230" b="1" dirty="0">
                <a:solidFill>
                  <a:srgbClr val="4B5563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Noto Sans CJK KR" pitchFamily="34" charset="-120"/>
              </a:rPr>
              <a:t>계정 </a:t>
            </a:r>
            <a:r>
              <a:rPr lang="en-US" altLang="ko-KR" sz="1230" b="1" dirty="0">
                <a:solidFill>
                  <a:srgbClr val="4B5563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Noto Sans CJK KR" pitchFamily="34" charset="-120"/>
              </a:rPr>
              <a:t>/ </a:t>
            </a:r>
            <a:r>
              <a:rPr lang="ko-KR" altLang="en-US" sz="1230" b="1" dirty="0">
                <a:solidFill>
                  <a:srgbClr val="4B5563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Noto Sans CJK KR" pitchFamily="34" charset="-120"/>
              </a:rPr>
              <a:t>로그 </a:t>
            </a:r>
            <a:r>
              <a:rPr lang="en-US" altLang="ko-KR" sz="1230" b="1" dirty="0">
                <a:solidFill>
                  <a:srgbClr val="4B5563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Noto Sans CJK KR" pitchFamily="34" charset="-120"/>
              </a:rPr>
              <a:t>/ </a:t>
            </a:r>
            <a:r>
              <a:rPr lang="ko-KR" altLang="en-US" sz="1230" b="1" dirty="0">
                <a:solidFill>
                  <a:srgbClr val="4B5563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Noto Sans CJK KR" pitchFamily="34" charset="-120"/>
              </a:rPr>
              <a:t>대상자 데이터</a:t>
            </a:r>
          </a:p>
        </p:txBody>
      </p:sp>
      <p:sp>
        <p:nvSpPr>
          <p:cNvPr id="87" name="Shape 14">
            <a:extLst>
              <a:ext uri="{FF2B5EF4-FFF2-40B4-BE49-F238E27FC236}">
                <a16:creationId xmlns:a16="http://schemas.microsoft.com/office/drawing/2014/main" id="{C37A47FD-662A-8A90-73CB-2AC1935E74A2}"/>
              </a:ext>
            </a:extLst>
          </p:cNvPr>
          <p:cNvSpPr/>
          <p:nvPr/>
        </p:nvSpPr>
        <p:spPr>
          <a:xfrm>
            <a:off x="1000692" y="3698982"/>
            <a:ext cx="30278" cy="33819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88" name="Text 15">
            <a:extLst>
              <a:ext uri="{FF2B5EF4-FFF2-40B4-BE49-F238E27FC236}">
                <a16:creationId xmlns:a16="http://schemas.microsoft.com/office/drawing/2014/main" id="{066CA397-9F20-8A3A-D2B6-01B0D3C9BA8B}"/>
              </a:ext>
            </a:extLst>
          </p:cNvPr>
          <p:cNvSpPr/>
          <p:nvPr/>
        </p:nvSpPr>
        <p:spPr>
          <a:xfrm>
            <a:off x="1156406" y="3578201"/>
            <a:ext cx="1877221" cy="2318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altLang="ko-KR" sz="1230" b="1" dirty="0">
                <a:solidFill>
                  <a:srgbClr val="4B5563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Noto Sans CJK KR" pitchFamily="34" charset="-120"/>
              </a:rPr>
              <a:t>NPZ </a:t>
            </a:r>
            <a:r>
              <a:rPr lang="ko-KR" altLang="en-US" sz="1230" b="1" dirty="0">
                <a:solidFill>
                  <a:srgbClr val="4B5563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Noto Sans CJK KR" pitchFamily="34" charset="-120"/>
              </a:rPr>
              <a:t>얼굴 임베딩 저장</a:t>
            </a:r>
            <a:endParaRPr lang="en-US" sz="123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14" name="Shape 5">
            <a:extLst>
              <a:ext uri="{FF2B5EF4-FFF2-40B4-BE49-F238E27FC236}">
                <a16:creationId xmlns:a16="http://schemas.microsoft.com/office/drawing/2014/main" id="{B36CCE4A-0579-6C80-7F01-37BF63402ED3}"/>
              </a:ext>
            </a:extLst>
          </p:cNvPr>
          <p:cNvSpPr/>
          <p:nvPr/>
        </p:nvSpPr>
        <p:spPr>
          <a:xfrm>
            <a:off x="8942509" y="2073591"/>
            <a:ext cx="2465474" cy="2040050"/>
          </a:xfrm>
          <a:prstGeom prst="roundRect">
            <a:avLst>
              <a:gd name="adj" fmla="val 3817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blurRad="38100" dist="50800" dir="2700000" sx="99000" sy="99000" algn="bl" rotWithShape="0">
              <a:srgbClr val="9CA3AF">
                <a:alpha val="12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115" name="Shape 6">
            <a:extLst>
              <a:ext uri="{FF2B5EF4-FFF2-40B4-BE49-F238E27FC236}">
                <a16:creationId xmlns:a16="http://schemas.microsoft.com/office/drawing/2014/main" id="{E3A4732C-859E-EE31-3D2C-259B7DBCC251}"/>
              </a:ext>
            </a:extLst>
          </p:cNvPr>
          <p:cNvSpPr/>
          <p:nvPr/>
        </p:nvSpPr>
        <p:spPr>
          <a:xfrm>
            <a:off x="9158779" y="2315153"/>
            <a:ext cx="276825" cy="309199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 w="12700">
            <a:solidFill>
              <a:srgbClr val="F3F7FF"/>
            </a:solidFill>
            <a:prstDash val="solid"/>
          </a:ln>
        </p:spPr>
      </p:sp>
      <p:sp>
        <p:nvSpPr>
          <p:cNvPr id="116" name="Text 7">
            <a:extLst>
              <a:ext uri="{FF2B5EF4-FFF2-40B4-BE49-F238E27FC236}">
                <a16:creationId xmlns:a16="http://schemas.microsoft.com/office/drawing/2014/main" id="{04B02F61-4293-18B2-DF45-76B834C33620}"/>
              </a:ext>
            </a:extLst>
          </p:cNvPr>
          <p:cNvSpPr/>
          <p:nvPr/>
        </p:nvSpPr>
        <p:spPr>
          <a:xfrm>
            <a:off x="9189056" y="2339309"/>
            <a:ext cx="216270" cy="26088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ko-KR" altLang="en-US" sz="1800" dirty="0">
                <a:solidFill>
                  <a:srgbClr val="0000FF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✦</a:t>
            </a:r>
          </a:p>
        </p:txBody>
      </p:sp>
      <p:sp>
        <p:nvSpPr>
          <p:cNvPr id="117" name="Text 8">
            <a:extLst>
              <a:ext uri="{FF2B5EF4-FFF2-40B4-BE49-F238E27FC236}">
                <a16:creationId xmlns:a16="http://schemas.microsoft.com/office/drawing/2014/main" id="{2A2B6ACB-C738-AFD8-C286-F8AA6F0864AC}"/>
              </a:ext>
            </a:extLst>
          </p:cNvPr>
          <p:cNvSpPr/>
          <p:nvPr/>
        </p:nvSpPr>
        <p:spPr>
          <a:xfrm>
            <a:off x="9565366" y="2295828"/>
            <a:ext cx="1643649" cy="34784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443F0"/>
                </a:solidFill>
                <a:latin typeface="Malgun Gothic"/>
              </a:defRPr>
            </a:pPr>
            <a:r>
              <a:rPr lang="ko-KR" altLang="en-US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통신 </a:t>
            </a:r>
            <a:r>
              <a:rPr lang="en-US" altLang="ko-KR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/ </a:t>
            </a:r>
            <a:r>
              <a:rPr lang="ko-KR" altLang="en-US" sz="1800" dirty="0" err="1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유틸</a:t>
            </a:r>
            <a:endParaRPr lang="ko-KR" altLang="en-US" sz="18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18" name="Shape 9">
            <a:extLst>
              <a:ext uri="{FF2B5EF4-FFF2-40B4-BE49-F238E27FC236}">
                <a16:creationId xmlns:a16="http://schemas.microsoft.com/office/drawing/2014/main" id="{84679AF1-F8B4-63FA-D0F9-2857F3DB2EC2}"/>
              </a:ext>
            </a:extLst>
          </p:cNvPr>
          <p:cNvSpPr/>
          <p:nvPr/>
        </p:nvSpPr>
        <p:spPr>
          <a:xfrm>
            <a:off x="9158779" y="2749963"/>
            <a:ext cx="203293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19" name="Shape 10">
            <a:extLst>
              <a:ext uri="{FF2B5EF4-FFF2-40B4-BE49-F238E27FC236}">
                <a16:creationId xmlns:a16="http://schemas.microsoft.com/office/drawing/2014/main" id="{57520904-B347-DC13-8086-F4DDB214EDE7}"/>
              </a:ext>
            </a:extLst>
          </p:cNvPr>
          <p:cNvSpPr/>
          <p:nvPr/>
        </p:nvSpPr>
        <p:spPr>
          <a:xfrm>
            <a:off x="9158373" y="3000682"/>
            <a:ext cx="30278" cy="33819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120" name="Text 11">
            <a:extLst>
              <a:ext uri="{FF2B5EF4-FFF2-40B4-BE49-F238E27FC236}">
                <a16:creationId xmlns:a16="http://schemas.microsoft.com/office/drawing/2014/main" id="{9F4143AC-4214-093D-B7B0-01B89360BC0D}"/>
              </a:ext>
            </a:extLst>
          </p:cNvPr>
          <p:cNvSpPr/>
          <p:nvPr/>
        </p:nvSpPr>
        <p:spPr>
          <a:xfrm>
            <a:off x="9314087" y="2879902"/>
            <a:ext cx="1877221" cy="2318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30" b="1" dirty="0">
                <a:solidFill>
                  <a:srgbClr val="4B5563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Noto Sans CJK KR" pitchFamily="34" charset="-120"/>
              </a:rPr>
              <a:t>requests 2.34.2</a:t>
            </a:r>
          </a:p>
        </p:txBody>
      </p:sp>
      <p:sp>
        <p:nvSpPr>
          <p:cNvPr id="121" name="Shape 12">
            <a:extLst>
              <a:ext uri="{FF2B5EF4-FFF2-40B4-BE49-F238E27FC236}">
                <a16:creationId xmlns:a16="http://schemas.microsoft.com/office/drawing/2014/main" id="{C3575B27-832F-1275-BAE0-2561EE053808}"/>
              </a:ext>
            </a:extLst>
          </p:cNvPr>
          <p:cNvSpPr/>
          <p:nvPr/>
        </p:nvSpPr>
        <p:spPr>
          <a:xfrm>
            <a:off x="9158373" y="3300219"/>
            <a:ext cx="30278" cy="33819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122" name="Text 13">
            <a:extLst>
              <a:ext uri="{FF2B5EF4-FFF2-40B4-BE49-F238E27FC236}">
                <a16:creationId xmlns:a16="http://schemas.microsoft.com/office/drawing/2014/main" id="{09D7E794-E7CF-CEFE-96D2-81A6393835A8}"/>
              </a:ext>
            </a:extLst>
          </p:cNvPr>
          <p:cNvSpPr/>
          <p:nvPr/>
        </p:nvSpPr>
        <p:spPr>
          <a:xfrm>
            <a:off x="9314087" y="3179438"/>
            <a:ext cx="1877221" cy="2318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30" b="1" dirty="0">
                <a:solidFill>
                  <a:srgbClr val="4B5563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Noto Sans CJK KR" pitchFamily="34" charset="-120"/>
              </a:rPr>
              <a:t>PyYAML 6.0.3</a:t>
            </a:r>
          </a:p>
        </p:txBody>
      </p:sp>
      <p:sp>
        <p:nvSpPr>
          <p:cNvPr id="123" name="Shape 14">
            <a:extLst>
              <a:ext uri="{FF2B5EF4-FFF2-40B4-BE49-F238E27FC236}">
                <a16:creationId xmlns:a16="http://schemas.microsoft.com/office/drawing/2014/main" id="{18E6D644-07F3-C6E5-1380-0639C1D4DA24}"/>
              </a:ext>
            </a:extLst>
          </p:cNvPr>
          <p:cNvSpPr/>
          <p:nvPr/>
        </p:nvSpPr>
        <p:spPr>
          <a:xfrm>
            <a:off x="9158373" y="3599755"/>
            <a:ext cx="30278" cy="33819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124" name="Text 15">
            <a:extLst>
              <a:ext uri="{FF2B5EF4-FFF2-40B4-BE49-F238E27FC236}">
                <a16:creationId xmlns:a16="http://schemas.microsoft.com/office/drawing/2014/main" id="{606CBA8C-E014-587E-9B4F-DD459CAD3DC8}"/>
              </a:ext>
            </a:extLst>
          </p:cNvPr>
          <p:cNvSpPr/>
          <p:nvPr/>
        </p:nvSpPr>
        <p:spPr>
          <a:xfrm>
            <a:off x="9314087" y="3478974"/>
            <a:ext cx="1877221" cy="2318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30" b="1" dirty="0">
                <a:solidFill>
                  <a:srgbClr val="4B5563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Noto Sans CJK KR" pitchFamily="34" charset="-120"/>
              </a:rPr>
              <a:t>tqdm 4.68.3</a:t>
            </a:r>
          </a:p>
        </p:txBody>
      </p:sp>
      <p:sp>
        <p:nvSpPr>
          <p:cNvPr id="125" name="Shape 14">
            <a:extLst>
              <a:ext uri="{FF2B5EF4-FFF2-40B4-BE49-F238E27FC236}">
                <a16:creationId xmlns:a16="http://schemas.microsoft.com/office/drawing/2014/main" id="{FCAF60E0-34D2-9D39-D8DB-93C7AF235825}"/>
              </a:ext>
            </a:extLst>
          </p:cNvPr>
          <p:cNvSpPr/>
          <p:nvPr/>
        </p:nvSpPr>
        <p:spPr>
          <a:xfrm>
            <a:off x="9175674" y="3899947"/>
            <a:ext cx="30278" cy="33819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126" name="Text 15">
            <a:extLst>
              <a:ext uri="{FF2B5EF4-FFF2-40B4-BE49-F238E27FC236}">
                <a16:creationId xmlns:a16="http://schemas.microsoft.com/office/drawing/2014/main" id="{935AD2F9-C936-E872-97EC-1CC2420775E3}"/>
              </a:ext>
            </a:extLst>
          </p:cNvPr>
          <p:cNvSpPr/>
          <p:nvPr/>
        </p:nvSpPr>
        <p:spPr>
          <a:xfrm>
            <a:off x="9331388" y="3779166"/>
            <a:ext cx="1877221" cy="2318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30" b="1" dirty="0">
                <a:solidFill>
                  <a:srgbClr val="4B5563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Noto Sans CJK KR" pitchFamily="34" charset="-120"/>
              </a:rPr>
              <a:t>psutil 7.2.2</a:t>
            </a:r>
          </a:p>
        </p:txBody>
      </p:sp>
      <p:sp>
        <p:nvSpPr>
          <p:cNvPr id="129" name="Shape 5">
            <a:extLst>
              <a:ext uri="{FF2B5EF4-FFF2-40B4-BE49-F238E27FC236}">
                <a16:creationId xmlns:a16="http://schemas.microsoft.com/office/drawing/2014/main" id="{706626F6-987C-ADB1-C376-3DF63A10A8D9}"/>
              </a:ext>
            </a:extLst>
          </p:cNvPr>
          <p:cNvSpPr/>
          <p:nvPr/>
        </p:nvSpPr>
        <p:spPr>
          <a:xfrm>
            <a:off x="6204337" y="2079884"/>
            <a:ext cx="2465474" cy="2040050"/>
          </a:xfrm>
          <a:prstGeom prst="roundRect">
            <a:avLst>
              <a:gd name="adj" fmla="val 3817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blurRad="38100" dist="50800" dir="2700000" sx="99000" sy="99000" algn="bl" rotWithShape="0">
              <a:srgbClr val="9CA3AF">
                <a:alpha val="12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130" name="Shape 6">
            <a:extLst>
              <a:ext uri="{FF2B5EF4-FFF2-40B4-BE49-F238E27FC236}">
                <a16:creationId xmlns:a16="http://schemas.microsoft.com/office/drawing/2014/main" id="{820FFF6D-8A02-5EBE-985C-D2F72E22D8F3}"/>
              </a:ext>
            </a:extLst>
          </p:cNvPr>
          <p:cNvSpPr/>
          <p:nvPr/>
        </p:nvSpPr>
        <p:spPr>
          <a:xfrm>
            <a:off x="6420607" y="2321446"/>
            <a:ext cx="276825" cy="309199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 w="12700">
            <a:solidFill>
              <a:srgbClr val="F3F7FF"/>
            </a:solidFill>
            <a:prstDash val="solid"/>
          </a:ln>
        </p:spPr>
      </p:sp>
      <p:sp>
        <p:nvSpPr>
          <p:cNvPr id="131" name="Text 7">
            <a:extLst>
              <a:ext uri="{FF2B5EF4-FFF2-40B4-BE49-F238E27FC236}">
                <a16:creationId xmlns:a16="http://schemas.microsoft.com/office/drawing/2014/main" id="{2993ED60-9B97-CFC4-40AB-EEF2F49BE6EE}"/>
              </a:ext>
            </a:extLst>
          </p:cNvPr>
          <p:cNvSpPr/>
          <p:nvPr/>
        </p:nvSpPr>
        <p:spPr>
          <a:xfrm>
            <a:off x="6450884" y="2345602"/>
            <a:ext cx="216270" cy="26088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ko-KR" altLang="en-US" sz="1800" dirty="0">
                <a:solidFill>
                  <a:srgbClr val="0000FF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◌</a:t>
            </a:r>
          </a:p>
        </p:txBody>
      </p:sp>
      <p:sp>
        <p:nvSpPr>
          <p:cNvPr id="132" name="Text 8">
            <a:extLst>
              <a:ext uri="{FF2B5EF4-FFF2-40B4-BE49-F238E27FC236}">
                <a16:creationId xmlns:a16="http://schemas.microsoft.com/office/drawing/2014/main" id="{89623E1F-D47E-F9A6-463E-7846F26A7B0B}"/>
              </a:ext>
            </a:extLst>
          </p:cNvPr>
          <p:cNvSpPr/>
          <p:nvPr/>
        </p:nvSpPr>
        <p:spPr>
          <a:xfrm>
            <a:off x="6827194" y="2302121"/>
            <a:ext cx="1643649" cy="34784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443F0"/>
                </a:solidFill>
                <a:latin typeface="Malgun Gothic"/>
              </a:defRPr>
            </a:pPr>
            <a:r>
              <a:rPr lang="ko-KR" altLang="en-US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시각화 </a:t>
            </a:r>
            <a:r>
              <a:rPr lang="en-US" altLang="ko-KR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/ </a:t>
            </a:r>
            <a:r>
              <a:rPr lang="ko-KR" altLang="en-US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이미지</a:t>
            </a:r>
          </a:p>
        </p:txBody>
      </p:sp>
      <p:sp>
        <p:nvSpPr>
          <p:cNvPr id="133" name="Shape 9">
            <a:extLst>
              <a:ext uri="{FF2B5EF4-FFF2-40B4-BE49-F238E27FC236}">
                <a16:creationId xmlns:a16="http://schemas.microsoft.com/office/drawing/2014/main" id="{A90AB622-7067-C9B2-C4A1-CE0BC3864490}"/>
              </a:ext>
            </a:extLst>
          </p:cNvPr>
          <p:cNvSpPr/>
          <p:nvPr/>
        </p:nvSpPr>
        <p:spPr>
          <a:xfrm>
            <a:off x="6420607" y="2756256"/>
            <a:ext cx="203293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34" name="Shape 10">
            <a:extLst>
              <a:ext uri="{FF2B5EF4-FFF2-40B4-BE49-F238E27FC236}">
                <a16:creationId xmlns:a16="http://schemas.microsoft.com/office/drawing/2014/main" id="{730010C1-0FDA-8C61-175C-DF6626841164}"/>
              </a:ext>
            </a:extLst>
          </p:cNvPr>
          <p:cNvSpPr/>
          <p:nvPr/>
        </p:nvSpPr>
        <p:spPr>
          <a:xfrm>
            <a:off x="6420201" y="3006975"/>
            <a:ext cx="30278" cy="33819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135" name="Text 11">
            <a:extLst>
              <a:ext uri="{FF2B5EF4-FFF2-40B4-BE49-F238E27FC236}">
                <a16:creationId xmlns:a16="http://schemas.microsoft.com/office/drawing/2014/main" id="{9EA88272-E952-192A-796F-5A8402BCB0B5}"/>
              </a:ext>
            </a:extLst>
          </p:cNvPr>
          <p:cNvSpPr/>
          <p:nvPr/>
        </p:nvSpPr>
        <p:spPr>
          <a:xfrm>
            <a:off x="6575915" y="2886195"/>
            <a:ext cx="1877221" cy="2318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30" b="1" dirty="0">
                <a:solidFill>
                  <a:srgbClr val="4B5563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Noto Sans CJK KR" pitchFamily="34" charset="-120"/>
              </a:rPr>
              <a:t>matplotlib 3.11.0</a:t>
            </a:r>
          </a:p>
        </p:txBody>
      </p:sp>
      <p:sp>
        <p:nvSpPr>
          <p:cNvPr id="136" name="Shape 12">
            <a:extLst>
              <a:ext uri="{FF2B5EF4-FFF2-40B4-BE49-F238E27FC236}">
                <a16:creationId xmlns:a16="http://schemas.microsoft.com/office/drawing/2014/main" id="{18BF5DDC-D801-4E8C-A5A3-90580490E5C5}"/>
              </a:ext>
            </a:extLst>
          </p:cNvPr>
          <p:cNvSpPr/>
          <p:nvPr/>
        </p:nvSpPr>
        <p:spPr>
          <a:xfrm>
            <a:off x="6420201" y="3306512"/>
            <a:ext cx="30278" cy="33819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137" name="Text 13">
            <a:extLst>
              <a:ext uri="{FF2B5EF4-FFF2-40B4-BE49-F238E27FC236}">
                <a16:creationId xmlns:a16="http://schemas.microsoft.com/office/drawing/2014/main" id="{B9108423-6EB4-C48F-1F44-A298FA30CC5F}"/>
              </a:ext>
            </a:extLst>
          </p:cNvPr>
          <p:cNvSpPr/>
          <p:nvPr/>
        </p:nvSpPr>
        <p:spPr>
          <a:xfrm>
            <a:off x="6575915" y="3185731"/>
            <a:ext cx="1877221" cy="2318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30" b="1" dirty="0">
                <a:solidFill>
                  <a:srgbClr val="4B5563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Noto Sans CJK KR" pitchFamily="34" charset="-120"/>
              </a:rPr>
              <a:t>pillow 12.2.0</a:t>
            </a:r>
          </a:p>
        </p:txBody>
      </p:sp>
      <p:sp>
        <p:nvSpPr>
          <p:cNvPr id="138" name="Shape 14">
            <a:extLst>
              <a:ext uri="{FF2B5EF4-FFF2-40B4-BE49-F238E27FC236}">
                <a16:creationId xmlns:a16="http://schemas.microsoft.com/office/drawing/2014/main" id="{1C8E7ED4-FBD2-54A3-1070-8825C170E732}"/>
              </a:ext>
            </a:extLst>
          </p:cNvPr>
          <p:cNvSpPr/>
          <p:nvPr/>
        </p:nvSpPr>
        <p:spPr>
          <a:xfrm>
            <a:off x="6420201" y="3606048"/>
            <a:ext cx="30278" cy="33819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139" name="Text 15">
            <a:extLst>
              <a:ext uri="{FF2B5EF4-FFF2-40B4-BE49-F238E27FC236}">
                <a16:creationId xmlns:a16="http://schemas.microsoft.com/office/drawing/2014/main" id="{CA07C37C-96C4-5EAE-00E0-271336A2BE07}"/>
              </a:ext>
            </a:extLst>
          </p:cNvPr>
          <p:cNvSpPr/>
          <p:nvPr/>
        </p:nvSpPr>
        <p:spPr>
          <a:xfrm>
            <a:off x="6575915" y="3485267"/>
            <a:ext cx="1877221" cy="2318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30" b="1" dirty="0">
                <a:solidFill>
                  <a:srgbClr val="4B5563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Noto Sans CJK KR" pitchFamily="34" charset="-120"/>
              </a:rPr>
              <a:t>ImageIO 2.37.3</a:t>
            </a:r>
          </a:p>
        </p:txBody>
      </p:sp>
      <p:sp>
        <p:nvSpPr>
          <p:cNvPr id="140" name="Shape 14">
            <a:extLst>
              <a:ext uri="{FF2B5EF4-FFF2-40B4-BE49-F238E27FC236}">
                <a16:creationId xmlns:a16="http://schemas.microsoft.com/office/drawing/2014/main" id="{B14D1D58-DC64-09D7-E7A6-C42381BC9E06}"/>
              </a:ext>
            </a:extLst>
          </p:cNvPr>
          <p:cNvSpPr/>
          <p:nvPr/>
        </p:nvSpPr>
        <p:spPr>
          <a:xfrm>
            <a:off x="6437502" y="3906240"/>
            <a:ext cx="30278" cy="33819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141" name="Text 15">
            <a:extLst>
              <a:ext uri="{FF2B5EF4-FFF2-40B4-BE49-F238E27FC236}">
                <a16:creationId xmlns:a16="http://schemas.microsoft.com/office/drawing/2014/main" id="{8F972DA8-DEAF-C490-715F-7A38A959A886}"/>
              </a:ext>
            </a:extLst>
          </p:cNvPr>
          <p:cNvSpPr/>
          <p:nvPr/>
        </p:nvSpPr>
        <p:spPr>
          <a:xfrm>
            <a:off x="6593216" y="3785459"/>
            <a:ext cx="1877221" cy="2318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30" b="1" dirty="0">
                <a:solidFill>
                  <a:srgbClr val="4B5563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Noto Sans CJK KR" pitchFamily="34" charset="-120"/>
              </a:rPr>
              <a:t>captcha 0.7.1</a:t>
            </a:r>
          </a:p>
        </p:txBody>
      </p:sp>
      <p:sp>
        <p:nvSpPr>
          <p:cNvPr id="143" name="Shape 5">
            <a:extLst>
              <a:ext uri="{FF2B5EF4-FFF2-40B4-BE49-F238E27FC236}">
                <a16:creationId xmlns:a16="http://schemas.microsoft.com/office/drawing/2014/main" id="{7826175E-7915-02E0-D2C8-53E5C44FBFAA}"/>
              </a:ext>
            </a:extLst>
          </p:cNvPr>
          <p:cNvSpPr/>
          <p:nvPr/>
        </p:nvSpPr>
        <p:spPr>
          <a:xfrm>
            <a:off x="3491319" y="2067533"/>
            <a:ext cx="2465474" cy="2040050"/>
          </a:xfrm>
          <a:prstGeom prst="roundRect">
            <a:avLst>
              <a:gd name="adj" fmla="val 3817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blurRad="38100" dist="50800" dir="2700000" sx="99000" sy="99000" algn="bl" rotWithShape="0">
              <a:srgbClr val="9CA3AF">
                <a:alpha val="12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144" name="Shape 6">
            <a:extLst>
              <a:ext uri="{FF2B5EF4-FFF2-40B4-BE49-F238E27FC236}">
                <a16:creationId xmlns:a16="http://schemas.microsoft.com/office/drawing/2014/main" id="{C2CAD00C-7EB0-C281-6BE9-38A78CA88232}"/>
              </a:ext>
            </a:extLst>
          </p:cNvPr>
          <p:cNvSpPr/>
          <p:nvPr/>
        </p:nvSpPr>
        <p:spPr>
          <a:xfrm>
            <a:off x="3707589" y="2309095"/>
            <a:ext cx="276825" cy="309199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 w="12700">
            <a:solidFill>
              <a:srgbClr val="F3F7FF"/>
            </a:solidFill>
            <a:prstDash val="solid"/>
          </a:ln>
        </p:spPr>
      </p:sp>
      <p:sp>
        <p:nvSpPr>
          <p:cNvPr id="145" name="Text 7">
            <a:extLst>
              <a:ext uri="{FF2B5EF4-FFF2-40B4-BE49-F238E27FC236}">
                <a16:creationId xmlns:a16="http://schemas.microsoft.com/office/drawing/2014/main" id="{FF14D1E2-FD87-3336-D2B1-2CB1E391727E}"/>
              </a:ext>
            </a:extLst>
          </p:cNvPr>
          <p:cNvSpPr/>
          <p:nvPr/>
        </p:nvSpPr>
        <p:spPr>
          <a:xfrm>
            <a:off x="3737866" y="2333251"/>
            <a:ext cx="216270" cy="26088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ko-KR" altLang="en-US" sz="1800" dirty="0">
                <a:solidFill>
                  <a:srgbClr val="0000FF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◎</a:t>
            </a:r>
          </a:p>
        </p:txBody>
      </p:sp>
      <p:sp>
        <p:nvSpPr>
          <p:cNvPr id="146" name="Text 8">
            <a:extLst>
              <a:ext uri="{FF2B5EF4-FFF2-40B4-BE49-F238E27FC236}">
                <a16:creationId xmlns:a16="http://schemas.microsoft.com/office/drawing/2014/main" id="{EEC5F54C-55C7-FAE8-A998-B8C74D1B6D95}"/>
              </a:ext>
            </a:extLst>
          </p:cNvPr>
          <p:cNvSpPr/>
          <p:nvPr/>
        </p:nvSpPr>
        <p:spPr>
          <a:xfrm>
            <a:off x="4114176" y="2289770"/>
            <a:ext cx="1643649" cy="34784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443F0"/>
                </a:solidFill>
                <a:latin typeface="Malgun Gothic"/>
              </a:defRPr>
            </a:pPr>
            <a:r>
              <a:rPr lang="ko-KR" altLang="en-US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표 </a:t>
            </a:r>
            <a:r>
              <a:rPr lang="en-US" altLang="ko-KR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/ </a:t>
            </a:r>
            <a:r>
              <a:rPr lang="ko-KR" altLang="en-US" sz="18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엑셀 처리</a:t>
            </a:r>
          </a:p>
        </p:txBody>
      </p:sp>
      <p:sp>
        <p:nvSpPr>
          <p:cNvPr id="147" name="Shape 9">
            <a:extLst>
              <a:ext uri="{FF2B5EF4-FFF2-40B4-BE49-F238E27FC236}">
                <a16:creationId xmlns:a16="http://schemas.microsoft.com/office/drawing/2014/main" id="{17BC7513-ABD2-9C79-D2C1-9FFFF86CD871}"/>
              </a:ext>
            </a:extLst>
          </p:cNvPr>
          <p:cNvSpPr/>
          <p:nvPr/>
        </p:nvSpPr>
        <p:spPr>
          <a:xfrm>
            <a:off x="3707589" y="2743905"/>
            <a:ext cx="203293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48" name="Shape 10">
            <a:extLst>
              <a:ext uri="{FF2B5EF4-FFF2-40B4-BE49-F238E27FC236}">
                <a16:creationId xmlns:a16="http://schemas.microsoft.com/office/drawing/2014/main" id="{0E839C7D-EAB0-BE1C-7B2C-235896216F44}"/>
              </a:ext>
            </a:extLst>
          </p:cNvPr>
          <p:cNvSpPr/>
          <p:nvPr/>
        </p:nvSpPr>
        <p:spPr>
          <a:xfrm>
            <a:off x="3707183" y="2994624"/>
            <a:ext cx="30278" cy="33819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149" name="Text 11">
            <a:extLst>
              <a:ext uri="{FF2B5EF4-FFF2-40B4-BE49-F238E27FC236}">
                <a16:creationId xmlns:a16="http://schemas.microsoft.com/office/drawing/2014/main" id="{695797CC-E4C0-67B2-1C43-101ADA6059A7}"/>
              </a:ext>
            </a:extLst>
          </p:cNvPr>
          <p:cNvSpPr/>
          <p:nvPr/>
        </p:nvSpPr>
        <p:spPr>
          <a:xfrm>
            <a:off x="3862897" y="2873844"/>
            <a:ext cx="1877221" cy="2318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30" b="1" dirty="0">
                <a:solidFill>
                  <a:srgbClr val="4B5563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Noto Sans CJK KR" pitchFamily="34" charset="-120"/>
              </a:rPr>
              <a:t>pandas 3.0.3</a:t>
            </a:r>
          </a:p>
        </p:txBody>
      </p:sp>
      <p:sp>
        <p:nvSpPr>
          <p:cNvPr id="150" name="Shape 12">
            <a:extLst>
              <a:ext uri="{FF2B5EF4-FFF2-40B4-BE49-F238E27FC236}">
                <a16:creationId xmlns:a16="http://schemas.microsoft.com/office/drawing/2014/main" id="{BC17DCE5-8772-9F38-3D83-39EC4FE41126}"/>
              </a:ext>
            </a:extLst>
          </p:cNvPr>
          <p:cNvSpPr/>
          <p:nvPr/>
        </p:nvSpPr>
        <p:spPr>
          <a:xfrm>
            <a:off x="3707183" y="3294161"/>
            <a:ext cx="30278" cy="33819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151" name="Text 13">
            <a:extLst>
              <a:ext uri="{FF2B5EF4-FFF2-40B4-BE49-F238E27FC236}">
                <a16:creationId xmlns:a16="http://schemas.microsoft.com/office/drawing/2014/main" id="{3E5824E0-278C-DF03-883A-417133B47E40}"/>
              </a:ext>
            </a:extLst>
          </p:cNvPr>
          <p:cNvSpPr/>
          <p:nvPr/>
        </p:nvSpPr>
        <p:spPr>
          <a:xfrm>
            <a:off x="3862897" y="3173380"/>
            <a:ext cx="1877221" cy="2318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30" b="1" dirty="0">
                <a:solidFill>
                  <a:srgbClr val="4B5563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Noto Sans CJK KR" pitchFamily="34" charset="-120"/>
              </a:rPr>
              <a:t>polars 1.41.2</a:t>
            </a:r>
          </a:p>
        </p:txBody>
      </p:sp>
      <p:sp>
        <p:nvSpPr>
          <p:cNvPr id="152" name="Shape 14">
            <a:extLst>
              <a:ext uri="{FF2B5EF4-FFF2-40B4-BE49-F238E27FC236}">
                <a16:creationId xmlns:a16="http://schemas.microsoft.com/office/drawing/2014/main" id="{9E50975E-2AB6-87E8-F333-7894A83FCC58}"/>
              </a:ext>
            </a:extLst>
          </p:cNvPr>
          <p:cNvSpPr/>
          <p:nvPr/>
        </p:nvSpPr>
        <p:spPr>
          <a:xfrm>
            <a:off x="3707183" y="3593697"/>
            <a:ext cx="30278" cy="33819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153" name="Text 15">
            <a:extLst>
              <a:ext uri="{FF2B5EF4-FFF2-40B4-BE49-F238E27FC236}">
                <a16:creationId xmlns:a16="http://schemas.microsoft.com/office/drawing/2014/main" id="{154474AB-3F83-D777-B30A-603FEF380012}"/>
              </a:ext>
            </a:extLst>
          </p:cNvPr>
          <p:cNvSpPr/>
          <p:nvPr/>
        </p:nvSpPr>
        <p:spPr>
          <a:xfrm>
            <a:off x="3862897" y="3472916"/>
            <a:ext cx="1877221" cy="2318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30" b="1" dirty="0">
                <a:solidFill>
                  <a:srgbClr val="4B5563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Noto Sans CJK KR" pitchFamily="34" charset="-120"/>
              </a:rPr>
              <a:t>openpyxl 3.1.5</a:t>
            </a:r>
          </a:p>
        </p:txBody>
      </p:sp>
      <p:sp>
        <p:nvSpPr>
          <p:cNvPr id="154" name="Shape 14">
            <a:extLst>
              <a:ext uri="{FF2B5EF4-FFF2-40B4-BE49-F238E27FC236}">
                <a16:creationId xmlns:a16="http://schemas.microsoft.com/office/drawing/2014/main" id="{4EC09DFF-AB79-F82C-26E4-19931CBB00FB}"/>
              </a:ext>
            </a:extLst>
          </p:cNvPr>
          <p:cNvSpPr/>
          <p:nvPr/>
        </p:nvSpPr>
        <p:spPr>
          <a:xfrm>
            <a:off x="3724484" y="3893889"/>
            <a:ext cx="30278" cy="33819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155" name="Text 15">
            <a:extLst>
              <a:ext uri="{FF2B5EF4-FFF2-40B4-BE49-F238E27FC236}">
                <a16:creationId xmlns:a16="http://schemas.microsoft.com/office/drawing/2014/main" id="{8EDD8C05-7D84-5D69-040E-CA944CBF1438}"/>
              </a:ext>
            </a:extLst>
          </p:cNvPr>
          <p:cNvSpPr/>
          <p:nvPr/>
        </p:nvSpPr>
        <p:spPr>
          <a:xfrm>
            <a:off x="3880198" y="3773108"/>
            <a:ext cx="1877221" cy="2318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30" b="1" dirty="0">
                <a:solidFill>
                  <a:srgbClr val="4B5563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Noto Sans CJK KR" pitchFamily="34" charset="-120"/>
              </a:rPr>
              <a:t>et_xmlfile 2.0.0</a:t>
            </a:r>
          </a:p>
        </p:txBody>
      </p:sp>
    </p:spTree>
    <p:extLst>
      <p:ext uri="{BB962C8B-B14F-4D97-AF65-F5344CB8AC3E}">
        <p14:creationId xmlns:p14="http://schemas.microsoft.com/office/powerpoint/2010/main" val="17516588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/>
          <p:cNvGrpSpPr/>
          <p:nvPr/>
        </p:nvGrpSpPr>
        <p:grpSpPr>
          <a:xfrm>
            <a:off x="779997" y="1924791"/>
            <a:ext cx="10625268" cy="4485970"/>
            <a:chOff x="1478473" y="3297935"/>
            <a:chExt cx="21427054" cy="9046465"/>
          </a:xfrm>
        </p:grpSpPr>
        <p:sp>
          <p:nvSpPr>
            <p:cNvPr id="5" name="Shape 5"/>
            <p:cNvSpPr/>
            <p:nvPr/>
          </p:nvSpPr>
          <p:spPr>
            <a:xfrm>
              <a:off x="1478473" y="3297936"/>
              <a:ext cx="3803904" cy="9046464"/>
            </a:xfrm>
            <a:prstGeom prst="roundRect">
              <a:avLst>
                <a:gd name="adj" fmla="val 7595"/>
              </a:avLst>
            </a:prstGeom>
            <a:solidFill>
              <a:srgbClr val="FFFFFF"/>
            </a:solidFill>
            <a:ln w="38100">
              <a:solidFill>
                <a:schemeClr val="accent1">
                  <a:lumMod val="60000"/>
                  <a:lumOff val="40000"/>
                  <a:alpha val="88000"/>
                </a:schemeClr>
              </a:solidFill>
              <a:prstDash val="solid"/>
            </a:ln>
          </p:spPr>
        </p:sp>
        <p:sp>
          <p:nvSpPr>
            <p:cNvPr id="7" name="Shape 7"/>
            <p:cNvSpPr/>
            <p:nvPr/>
          </p:nvSpPr>
          <p:spPr>
            <a:xfrm>
              <a:off x="2128506" y="4111066"/>
              <a:ext cx="2527911" cy="2668080"/>
            </a:xfrm>
            <a:prstGeom prst="ellipse">
              <a:avLst/>
            </a:prstGeom>
            <a:blipFill>
              <a:blip r:embed="rId3"/>
              <a:stretch>
                <a:fillRect/>
              </a:stretch>
            </a:blipFill>
            <a:ln w="12700">
              <a:noFill/>
              <a:prstDash val="solid"/>
            </a:ln>
          </p:spPr>
        </p:sp>
        <p:sp>
          <p:nvSpPr>
            <p:cNvPr id="8" name="Text 8"/>
            <p:cNvSpPr/>
            <p:nvPr/>
          </p:nvSpPr>
          <p:spPr>
            <a:xfrm>
              <a:off x="1791452" y="7490634"/>
              <a:ext cx="3177945" cy="60984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Noto Sans CJK KR" pitchFamily="34" charset="-120"/>
                </a:rPr>
                <a:t>팀장</a:t>
              </a:r>
              <a:endPara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9" name="Text 9"/>
            <p:cNvSpPr/>
            <p:nvPr/>
          </p:nvSpPr>
          <p:spPr>
            <a:xfrm>
              <a:off x="1791452" y="8252942"/>
              <a:ext cx="3177945" cy="55902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Noto Sans CJK KR" pitchFamily="34" charset="-120"/>
                </a:rPr>
                <a:t>박정호</a:t>
              </a:r>
              <a:endPara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10" name="Text 10"/>
            <p:cNvSpPr/>
            <p:nvPr/>
          </p:nvSpPr>
          <p:spPr>
            <a:xfrm>
              <a:off x="1767377" y="9574277"/>
              <a:ext cx="3226096" cy="63525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Noto Sans CJK KR" pitchFamily="34" charset="-120"/>
                </a:rPr>
                <a:t>기획·PM</a:t>
              </a:r>
              <a:endPara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11" name="Text 11"/>
            <p:cNvSpPr/>
            <p:nvPr/>
          </p:nvSpPr>
          <p:spPr>
            <a:xfrm>
              <a:off x="1911829" y="10666920"/>
              <a:ext cx="2937192" cy="1473797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algn="ctr"/>
              <a:r>
                <a:rPr lang="ko-KR" alt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Noto Sans CJK KR" pitchFamily="34" charset="-120"/>
                </a:rPr>
                <a:t>프로젝트 리드</a:t>
              </a:r>
              <a:endPara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Noto Sans CJK KR" pitchFamily="34" charset="-120"/>
              </a:endParaRPr>
            </a:p>
            <a:p>
              <a:pPr algn="ctr"/>
              <a:r>
                <a:rPr lang="ko-KR" alt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영상 분석</a:t>
              </a:r>
              <a:r>
                <a:rPr lang="en-US" altLang="ko-KR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, </a:t>
              </a:r>
              <a:r>
                <a:rPr lang="ko-KR" alt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추적</a:t>
              </a:r>
              <a:endPara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12" name="Shape 13"/>
            <p:cNvSpPr/>
            <p:nvPr/>
          </p:nvSpPr>
          <p:spPr>
            <a:xfrm>
              <a:off x="5884260" y="3297935"/>
              <a:ext cx="3803905" cy="9046465"/>
            </a:xfrm>
            <a:prstGeom prst="roundRect">
              <a:avLst>
                <a:gd name="adj" fmla="val 7595"/>
              </a:avLst>
            </a:prstGeom>
            <a:solidFill>
              <a:srgbClr val="FFFFFF"/>
            </a:solidFill>
            <a:ln w="381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</p:spPr>
        </p:sp>
        <p:sp>
          <p:nvSpPr>
            <p:cNvPr id="14" name="Shape 15"/>
            <p:cNvSpPr/>
            <p:nvPr/>
          </p:nvSpPr>
          <p:spPr>
            <a:xfrm>
              <a:off x="6534295" y="4111065"/>
              <a:ext cx="2527911" cy="2668080"/>
            </a:xfrm>
            <a:prstGeom prst="ellipse">
              <a:avLst/>
            </a:prstGeom>
            <a:blipFill>
              <a:blip r:embed="rId4"/>
              <a:stretch>
                <a:fillRect/>
              </a:stretch>
            </a:blipFill>
            <a:ln w="12700">
              <a:noFill/>
              <a:prstDash val="solid"/>
            </a:ln>
          </p:spPr>
        </p:sp>
        <p:sp>
          <p:nvSpPr>
            <p:cNvPr id="15" name="Text 16"/>
            <p:cNvSpPr/>
            <p:nvPr/>
          </p:nvSpPr>
          <p:spPr>
            <a:xfrm>
              <a:off x="6197240" y="7490634"/>
              <a:ext cx="3177945" cy="60984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600" b="1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Noto Sans CJK KR" pitchFamily="34" charset="-120"/>
                </a:rPr>
                <a:t>팀원</a:t>
              </a:r>
              <a:endPara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16" name="Text 17"/>
            <p:cNvSpPr/>
            <p:nvPr/>
          </p:nvSpPr>
          <p:spPr>
            <a:xfrm>
              <a:off x="6197240" y="8252942"/>
              <a:ext cx="3177945" cy="55902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Noto Sans CJK KR" pitchFamily="34" charset="-120"/>
                </a:rPr>
                <a:t>김태준</a:t>
              </a:r>
              <a:endPara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17" name="Text 18"/>
            <p:cNvSpPr/>
            <p:nvPr/>
          </p:nvSpPr>
          <p:spPr>
            <a:xfrm>
              <a:off x="6173165" y="9574277"/>
              <a:ext cx="3226096" cy="63525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600" b="1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미니맵</a:t>
              </a:r>
              <a:endPara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18" name="Text 19"/>
            <p:cNvSpPr/>
            <p:nvPr/>
          </p:nvSpPr>
          <p:spPr>
            <a:xfrm>
              <a:off x="6317617" y="10666920"/>
              <a:ext cx="2937192" cy="1473797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algn="ctr"/>
              <a:r>
                <a:rPr lang="ko-KR" alt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Noto Sans CJK KR" pitchFamily="34" charset="-120"/>
                </a:rPr>
                <a:t>지도</a:t>
              </a:r>
              <a:endPara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Noto Sans CJK KR" pitchFamily="34" charset="-120"/>
              </a:endParaRPr>
            </a:p>
            <a:p>
              <a:pPr algn="ctr"/>
              <a:r>
                <a:rPr lang="ko-KR" alt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Noto Sans CJK KR" pitchFamily="34" charset="-120"/>
                </a:rPr>
                <a:t>동선 추적</a:t>
              </a:r>
              <a:endPara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Noto Sans CJK KR" pitchFamily="34" charset="-120"/>
              </a:endParaRPr>
            </a:p>
          </p:txBody>
        </p:sp>
        <p:sp>
          <p:nvSpPr>
            <p:cNvPr id="19" name="Shape 21"/>
            <p:cNvSpPr/>
            <p:nvPr/>
          </p:nvSpPr>
          <p:spPr>
            <a:xfrm>
              <a:off x="10290048" y="3297936"/>
              <a:ext cx="3803904" cy="9046464"/>
            </a:xfrm>
            <a:prstGeom prst="roundRect">
              <a:avLst>
                <a:gd name="adj" fmla="val 7595"/>
              </a:avLst>
            </a:prstGeom>
            <a:solidFill>
              <a:srgbClr val="FFFFFF"/>
            </a:solidFill>
            <a:ln w="38100">
              <a:solidFill>
                <a:schemeClr val="accent1">
                  <a:lumMod val="60000"/>
                  <a:lumOff val="40000"/>
                  <a:alpha val="88000"/>
                </a:schemeClr>
              </a:solidFill>
              <a:prstDash val="solid"/>
            </a:ln>
          </p:spPr>
        </p:sp>
        <p:sp>
          <p:nvSpPr>
            <p:cNvPr id="21" name="Shape 23"/>
            <p:cNvSpPr/>
            <p:nvPr/>
          </p:nvSpPr>
          <p:spPr>
            <a:xfrm>
              <a:off x="10940082" y="4111065"/>
              <a:ext cx="2527911" cy="2668080"/>
            </a:xfrm>
            <a:prstGeom prst="ellipse">
              <a:avLst/>
            </a:prstGeom>
            <a:blipFill>
              <a:blip r:embed="rId5"/>
              <a:stretch>
                <a:fillRect/>
              </a:stretch>
            </a:blipFill>
            <a:ln w="12700">
              <a:noFill/>
              <a:prstDash val="solid"/>
            </a:ln>
          </p:spPr>
        </p:sp>
        <p:sp>
          <p:nvSpPr>
            <p:cNvPr id="22" name="Text 24"/>
            <p:cNvSpPr/>
            <p:nvPr/>
          </p:nvSpPr>
          <p:spPr>
            <a:xfrm>
              <a:off x="10603027" y="7490634"/>
              <a:ext cx="3177945" cy="60984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600" b="1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Noto Sans CJK KR" pitchFamily="34" charset="-120"/>
                </a:rPr>
                <a:t>팀원</a:t>
              </a:r>
              <a:endPara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23" name="Text 25"/>
            <p:cNvSpPr/>
            <p:nvPr/>
          </p:nvSpPr>
          <p:spPr>
            <a:xfrm>
              <a:off x="10603027" y="8252942"/>
              <a:ext cx="3177945" cy="55902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6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Noto Sans CJK KR" pitchFamily="34" charset="-120"/>
                </a:rPr>
                <a:t>이규찬</a:t>
              </a:r>
              <a:endPara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24" name="Text 26"/>
            <p:cNvSpPr/>
            <p:nvPr/>
          </p:nvSpPr>
          <p:spPr>
            <a:xfrm>
              <a:off x="10578952" y="9574277"/>
              <a:ext cx="3226096" cy="63525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회원 서비스</a:t>
              </a:r>
              <a:endPara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25" name="Text 27"/>
            <p:cNvSpPr/>
            <p:nvPr/>
          </p:nvSpPr>
          <p:spPr>
            <a:xfrm>
              <a:off x="10723404" y="10666920"/>
              <a:ext cx="2937192" cy="1473797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algn="ctr"/>
              <a:r>
                <a:rPr lang="ko-KR" alt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Noto Sans CJK KR" pitchFamily="34" charset="-120"/>
                </a:rPr>
                <a:t>회원 </a:t>
              </a:r>
              <a:endPara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Noto Sans CJK KR" pitchFamily="34" charset="-120"/>
              </a:endParaRPr>
            </a:p>
            <a:p>
              <a:pPr algn="ctr"/>
              <a:r>
                <a:rPr lang="ko-KR" alt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Noto Sans CJK KR" pitchFamily="34" charset="-120"/>
                </a:rPr>
                <a:t>계정 관리</a:t>
              </a:r>
              <a:r>
                <a:rPr 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Noto Sans CJK KR" pitchFamily="34" charset="-120"/>
                </a:rPr>
                <a:t>, </a:t>
              </a:r>
              <a:r>
                <a:rPr lang="ko-KR" alt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Noto Sans CJK KR" pitchFamily="34" charset="-120"/>
                </a:rPr>
                <a:t>검증</a:t>
              </a:r>
              <a:endPara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26" name="Shape 29"/>
            <p:cNvSpPr/>
            <p:nvPr/>
          </p:nvSpPr>
          <p:spPr>
            <a:xfrm>
              <a:off x="14695835" y="3297935"/>
              <a:ext cx="3803905" cy="9046465"/>
            </a:xfrm>
            <a:prstGeom prst="roundRect">
              <a:avLst>
                <a:gd name="adj" fmla="val 7595"/>
              </a:avLst>
            </a:prstGeom>
            <a:solidFill>
              <a:srgbClr val="FFFFFF"/>
            </a:solidFill>
            <a:ln w="38100">
              <a:solidFill>
                <a:schemeClr val="accent1">
                  <a:lumMod val="60000"/>
                  <a:lumOff val="40000"/>
                  <a:alpha val="88000"/>
                </a:schemeClr>
              </a:solidFill>
              <a:prstDash val="solid"/>
            </a:ln>
          </p:spPr>
        </p:sp>
        <p:sp>
          <p:nvSpPr>
            <p:cNvPr id="28" name="Shape 31"/>
            <p:cNvSpPr/>
            <p:nvPr/>
          </p:nvSpPr>
          <p:spPr>
            <a:xfrm>
              <a:off x="15345870" y="4111065"/>
              <a:ext cx="2527911" cy="2668080"/>
            </a:xfrm>
            <a:prstGeom prst="ellipse">
              <a:avLst/>
            </a:prstGeom>
            <a:blipFill>
              <a:blip r:embed="rId6"/>
              <a:stretch>
                <a:fillRect/>
              </a:stretch>
            </a:blipFill>
            <a:ln w="12700">
              <a:noFill/>
              <a:prstDash val="solid"/>
            </a:ln>
          </p:spPr>
        </p:sp>
        <p:sp>
          <p:nvSpPr>
            <p:cNvPr id="29" name="Text 32"/>
            <p:cNvSpPr/>
            <p:nvPr/>
          </p:nvSpPr>
          <p:spPr>
            <a:xfrm>
              <a:off x="15008815" y="7490634"/>
              <a:ext cx="3177945" cy="60984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600" b="1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Noto Sans CJK KR" pitchFamily="34" charset="-120"/>
                </a:rPr>
                <a:t>팀원</a:t>
              </a:r>
              <a:endPara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30" name="Text 33"/>
            <p:cNvSpPr/>
            <p:nvPr/>
          </p:nvSpPr>
          <p:spPr>
            <a:xfrm>
              <a:off x="15008815" y="8252942"/>
              <a:ext cx="3177945" cy="55902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Noto Sans CJK KR" pitchFamily="34" charset="-120"/>
                </a:rPr>
                <a:t>이윤호</a:t>
              </a:r>
              <a:endPara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31" name="Text 34"/>
            <p:cNvSpPr/>
            <p:nvPr/>
          </p:nvSpPr>
          <p:spPr>
            <a:xfrm>
              <a:off x="14984740" y="9574277"/>
              <a:ext cx="3226096" cy="63525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Noto Sans CJK KR" pitchFamily="34" charset="-120"/>
                </a:rPr>
                <a:t>로그 분석</a:t>
              </a:r>
              <a:endPara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32" name="Text 35"/>
            <p:cNvSpPr/>
            <p:nvPr/>
          </p:nvSpPr>
          <p:spPr>
            <a:xfrm>
              <a:off x="15129192" y="10666920"/>
              <a:ext cx="2937192" cy="1473797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algn="ctr"/>
              <a:r>
                <a:rPr lang="ko-KR" alt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Noto Sans CJK KR" pitchFamily="34" charset="-120"/>
                </a:rPr>
                <a:t>로그 </a:t>
              </a:r>
              <a:endPara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Noto Sans CJK KR" pitchFamily="34" charset="-120"/>
              </a:endParaRPr>
            </a:p>
            <a:p>
              <a:pPr algn="ctr"/>
              <a:r>
                <a:rPr lang="ko-KR" alt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Noto Sans CJK KR" pitchFamily="34" charset="-120"/>
                </a:rPr>
                <a:t>분석</a:t>
              </a:r>
              <a:r>
                <a:rPr lang="en-US" altLang="ko-KR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Noto Sans CJK KR" pitchFamily="34" charset="-120"/>
                </a:rPr>
                <a:t>, </a:t>
              </a:r>
              <a:r>
                <a:rPr lang="ko-KR" alt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Noto Sans CJK KR" pitchFamily="34" charset="-120"/>
                </a:rPr>
                <a:t>가공</a:t>
              </a:r>
              <a:endPara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33" name="Shape 37"/>
            <p:cNvSpPr/>
            <p:nvPr/>
          </p:nvSpPr>
          <p:spPr>
            <a:xfrm>
              <a:off x="19101623" y="3297936"/>
              <a:ext cx="3803904" cy="9046464"/>
            </a:xfrm>
            <a:prstGeom prst="roundRect">
              <a:avLst>
                <a:gd name="adj" fmla="val 7595"/>
              </a:avLst>
            </a:prstGeom>
            <a:solidFill>
              <a:srgbClr val="FFFFFF"/>
            </a:solidFill>
            <a:ln w="38100">
              <a:solidFill>
                <a:schemeClr val="accent1">
                  <a:lumMod val="60000"/>
                  <a:lumOff val="40000"/>
                  <a:alpha val="88000"/>
                </a:schemeClr>
              </a:solidFill>
              <a:prstDash val="solid"/>
            </a:ln>
          </p:spPr>
        </p:sp>
        <p:sp>
          <p:nvSpPr>
            <p:cNvPr id="35" name="Shape 39"/>
            <p:cNvSpPr/>
            <p:nvPr/>
          </p:nvSpPr>
          <p:spPr>
            <a:xfrm>
              <a:off x="19751657" y="4111065"/>
              <a:ext cx="2527911" cy="2668080"/>
            </a:xfrm>
            <a:prstGeom prst="ellipse">
              <a:avLst/>
            </a:prstGeom>
            <a:blipFill>
              <a:blip r:embed="rId7"/>
              <a:stretch>
                <a:fillRect/>
              </a:stretch>
            </a:blipFill>
            <a:ln w="12700">
              <a:noFill/>
              <a:prstDash val="solid"/>
            </a:ln>
          </p:spPr>
        </p:sp>
        <p:sp>
          <p:nvSpPr>
            <p:cNvPr id="36" name="Text 40"/>
            <p:cNvSpPr/>
            <p:nvPr/>
          </p:nvSpPr>
          <p:spPr>
            <a:xfrm>
              <a:off x="19414602" y="7490634"/>
              <a:ext cx="3177945" cy="60984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600" b="1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Noto Sans CJK KR" pitchFamily="34" charset="-120"/>
                </a:rPr>
                <a:t>팀원</a:t>
              </a:r>
              <a:endPara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37" name="Text 41"/>
            <p:cNvSpPr/>
            <p:nvPr/>
          </p:nvSpPr>
          <p:spPr>
            <a:xfrm>
              <a:off x="19414602" y="8252942"/>
              <a:ext cx="3177945" cy="55902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6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Noto Sans CJK KR" pitchFamily="34" charset="-120"/>
                </a:rPr>
                <a:t>장동근</a:t>
              </a:r>
              <a:endPara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38" name="Text 42"/>
            <p:cNvSpPr/>
            <p:nvPr/>
          </p:nvSpPr>
          <p:spPr>
            <a:xfrm>
              <a:off x="19390527" y="9574277"/>
              <a:ext cx="3226096" cy="63525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개발 지원</a:t>
              </a:r>
              <a:r>
                <a:rPr lang="en-US" altLang="ko-KR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, </a:t>
              </a:r>
              <a:r>
                <a:rPr lang="ko-KR" alt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점검</a:t>
              </a:r>
              <a:endPara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39" name="Text 43"/>
            <p:cNvSpPr/>
            <p:nvPr/>
          </p:nvSpPr>
          <p:spPr>
            <a:xfrm>
              <a:off x="19534979" y="10666920"/>
              <a:ext cx="2937192" cy="1473797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algn="ctr"/>
              <a:endParaRPr 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sp>
          <p:nvSpPr>
            <p:cNvPr id="40" name="Text 35"/>
            <p:cNvSpPr/>
            <p:nvPr/>
          </p:nvSpPr>
          <p:spPr>
            <a:xfrm>
              <a:off x="19537128" y="10690366"/>
              <a:ext cx="2937192" cy="1473797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Autofit/>
            </a:bodyPr>
            <a:lstStyle/>
            <a:p>
              <a:pPr algn="ctr"/>
              <a:r>
                <a:rPr lang="ko-KR" alt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Noto Sans CJK KR" pitchFamily="34" charset="-120"/>
                </a:rPr>
                <a:t>공통 모듈 </a:t>
              </a:r>
              <a:endPara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Noto Sans CJK KR" pitchFamily="34" charset="-120"/>
              </a:endParaRPr>
            </a:p>
            <a:p>
              <a:pPr algn="ctr"/>
              <a:r>
                <a:rPr lang="ko-KR" alt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Noto Sans CJK KR" pitchFamily="34" charset="-120"/>
                </a:rPr>
                <a:t>작성</a:t>
              </a:r>
              <a:r>
                <a:rPr lang="en-US" altLang="ko-KR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Noto Sans CJK KR" pitchFamily="34" charset="-120"/>
                </a:rPr>
                <a:t>, </a:t>
              </a:r>
              <a:r>
                <a:rPr lang="ko-KR" alt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Noto Sans CJK KR" pitchFamily="34" charset="-120"/>
                </a:rPr>
                <a:t>정리</a:t>
              </a:r>
              <a:endPara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</p:grpSp>
      <p:sp>
        <p:nvSpPr>
          <p:cNvPr id="42" name="Google Shape;86;p13">
            <a:extLst>
              <a:ext uri="{FF2B5EF4-FFF2-40B4-BE49-F238E27FC236}">
                <a16:creationId xmlns:a16="http://schemas.microsoft.com/office/drawing/2014/main" id="{E3B3190E-7AD4-C8EC-A68A-01B06F0E0ADA}"/>
              </a:ext>
            </a:extLst>
          </p:cNvPr>
          <p:cNvSpPr/>
          <p:nvPr/>
        </p:nvSpPr>
        <p:spPr>
          <a:xfrm>
            <a:off x="771525" y="1365795"/>
            <a:ext cx="106489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Calibri"/>
              <a:sym typeface="Calibri"/>
            </a:endParaRPr>
          </a:p>
        </p:txBody>
      </p:sp>
      <p:pic>
        <p:nvPicPr>
          <p:cNvPr id="44" name="그림 4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02788" y="523796"/>
            <a:ext cx="1597838" cy="1065225"/>
          </a:xfrm>
          <a:prstGeom prst="rect">
            <a:avLst/>
          </a:prstGeom>
        </p:spPr>
      </p:pic>
      <p:sp>
        <p:nvSpPr>
          <p:cNvPr id="46" name="Google Shape;139;p15"/>
          <p:cNvSpPr txBox="1"/>
          <p:nvPr/>
        </p:nvSpPr>
        <p:spPr>
          <a:xfrm>
            <a:off x="501932" y="652500"/>
            <a:ext cx="11181397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en-US" altLang="ko-KR" sz="2850" b="1" dirty="0">
                <a:solidFill>
                  <a:srgbClr val="0F172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Poppins Black"/>
              </a:rPr>
              <a:t>10   </a:t>
            </a:r>
            <a:r>
              <a:rPr lang="ko-KR" altLang="en-US" sz="2850" b="1" dirty="0">
                <a:solidFill>
                  <a:srgbClr val="0F172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Poppins Black"/>
              </a:rPr>
              <a:t>팀 소개</a:t>
            </a:r>
            <a:endParaRPr lang="en-US" altLang="ko-KR" sz="2850" b="1" dirty="0">
              <a:solidFill>
                <a:srgbClr val="0F172A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Poppins Black"/>
            </a:endParaRPr>
          </a:p>
        </p:txBody>
      </p:sp>
    </p:spTree>
    <p:extLst>
      <p:ext uri="{BB962C8B-B14F-4D97-AF65-F5344CB8AC3E}">
        <p14:creationId xmlns:p14="http://schemas.microsoft.com/office/powerpoint/2010/main" val="7464433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492</TotalTime>
  <Words>296</Words>
  <Application>Microsoft Office PowerPoint</Application>
  <PresentationFormat>와이드스크린</PresentationFormat>
  <Paragraphs>111</Paragraphs>
  <Slides>5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9" baseType="lpstr">
      <vt:lpstr>Calibri</vt:lpstr>
      <vt:lpstr>Arial</vt:lpstr>
      <vt:lpstr>나눔스퀘어_ac Bold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cp:lastModifiedBy>Admin</cp:lastModifiedBy>
  <cp:revision>490</cp:revision>
  <dcterms:modified xsi:type="dcterms:W3CDTF">2026-07-15T08:26:05Z</dcterms:modified>
</cp:coreProperties>
</file>