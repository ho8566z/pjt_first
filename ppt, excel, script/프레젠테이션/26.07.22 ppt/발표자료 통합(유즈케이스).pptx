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315" r:id="rId2"/>
  </p:sldIdLst>
  <p:sldSz cx="12192000" cy="6858000"/>
  <p:notesSz cx="6858000" cy="9144000"/>
  <p:embeddedFontLst>
    <p:embeddedFont>
      <p:font typeface="나눔스퀘어_ac" panose="020B0600000101010101" pitchFamily="50" charset="-127"/>
      <p:regular r:id="rId4"/>
    </p:embeddedFont>
    <p:embeddedFont>
      <p:font typeface="나눔스퀘어 Bold" panose="020B0600000101010101" pitchFamily="50" charset="-127"/>
      <p:bold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맑은 고딕" panose="020B0503020000020004" pitchFamily="50" charset="-127"/>
      <p:regular r:id="rId10"/>
      <p:bold r:id="rId11"/>
    </p:embeddedFont>
    <p:embeddedFont>
      <p:font typeface="나눔스퀘어_ac Bold" panose="020B0600000101010101" pitchFamily="50" charset="-127"/>
      <p:bold r:id="rId12"/>
    </p:embeddedFont>
    <p:embeddedFont>
      <p:font typeface="맑은 고딕" panose="020B0503020000020004" pitchFamily="50" charset="-127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0FB"/>
    <a:srgbClr val="FFFFFF"/>
    <a:srgbClr val="F8FAFC"/>
    <a:srgbClr val="1E63E8"/>
    <a:srgbClr val="0081C8"/>
    <a:srgbClr val="1C65E6"/>
    <a:srgbClr val="0880D0"/>
    <a:srgbClr val="FEF8F8"/>
    <a:srgbClr val="F7946D"/>
    <a:srgbClr val="D0E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67" autoAdjust="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3" Type="http://schemas.microsoft.com/office/2015/10/relationships/revisionInfo" Target="revisionInfo.xml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881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637313" y="655782"/>
            <a:ext cx="0" cy="286327"/>
          </a:xfrm>
          <a:prstGeom prst="line">
            <a:avLst/>
          </a:prstGeom>
          <a:ln w="53975">
            <a:gradFill flip="none" rotWithShape="1">
              <a:gsLst>
                <a:gs pos="0">
                  <a:srgbClr val="0081C8"/>
                </a:gs>
                <a:gs pos="100000">
                  <a:srgbClr val="1C65E5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22;p4"/>
          <p:cNvSpPr txBox="1">
            <a:spLocks noGrp="1"/>
          </p:cNvSpPr>
          <p:nvPr>
            <p:ph type="title" hasCustomPrompt="1"/>
          </p:nvPr>
        </p:nvSpPr>
        <p:spPr>
          <a:xfrm>
            <a:off x="770237" y="582037"/>
            <a:ext cx="8229600" cy="43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 dirty="0" err="1" smtClean="0"/>
              <a:t>타이틀명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userDrawn="1">
  <p:cSld name="Title and Content2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/>
          <p:cNvSpPr/>
          <p:nvPr userDrawn="1"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smtClean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06</a:t>
            </a:r>
            <a:endParaRPr lang="en-US" sz="18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 2"/>
          <p:cNvSpPr/>
          <p:nvPr userDrawn="1"/>
        </p:nvSpPr>
        <p:spPr>
          <a:xfrm>
            <a:off x="1261872" y="3474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5233D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화면별 기능 설명</a:t>
            </a:r>
            <a:endParaRPr lang="en-US" sz="23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Text 3"/>
          <p:cNvSpPr/>
          <p:nvPr userDrawn="1"/>
        </p:nvSpPr>
        <p:spPr>
          <a:xfrm>
            <a:off x="1261872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chemeClr val="bg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대시보드</a:t>
            </a:r>
            <a:r>
              <a:rPr lang="en-US" sz="1250" b="1" kern="0" spc="100" dirty="0">
                <a:solidFill>
                  <a:srgbClr val="C9A96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 </a:t>
            </a:r>
            <a:r>
              <a:rPr lang="en-US" sz="1250" b="1" kern="0" spc="100" dirty="0">
                <a:solidFill>
                  <a:schemeClr val="bg2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Malgun Gothic" pitchFamily="34" charset="-120"/>
              </a:rPr>
              <a:t>화면</a:t>
            </a:r>
            <a:endParaRPr lang="en-US" sz="1250" dirty="0">
              <a:solidFill>
                <a:schemeClr val="bg2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 dirty="0"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79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0660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6611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모서리가 둥근 직사각형 38">
            <a:extLst>
              <a:ext uri="{FF2B5EF4-FFF2-40B4-BE49-F238E27FC236}">
                <a16:creationId xmlns:a16="http://schemas.microsoft.com/office/drawing/2014/main" id="{6D5B135D-DD24-671C-1784-D3264C91D0F7}"/>
              </a:ext>
            </a:extLst>
          </p:cNvPr>
          <p:cNvSpPr/>
          <p:nvPr userDrawn="1"/>
        </p:nvSpPr>
        <p:spPr>
          <a:xfrm>
            <a:off x="0" y="0"/>
            <a:ext cx="12192000" cy="49619"/>
          </a:xfrm>
          <a:prstGeom prst="roundRect">
            <a:avLst>
              <a:gd name="adj" fmla="val 36695"/>
            </a:avLst>
          </a:prstGeom>
          <a:gradFill>
            <a:gsLst>
              <a:gs pos="44000">
                <a:srgbClr val="0081C8"/>
              </a:gs>
              <a:gs pos="100000">
                <a:srgbClr val="2061EA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1" r:id="rId10"/>
    <p:sldLayoutId id="2147483662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모서리가 둥근 직사각형 53"/>
          <p:cNvSpPr/>
          <p:nvPr/>
        </p:nvSpPr>
        <p:spPr>
          <a:xfrm>
            <a:off x="529451" y="3670341"/>
            <a:ext cx="1512000" cy="648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2400" dirty="0" smtClean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관리자</a:t>
            </a:r>
            <a:endParaRPr lang="ko-KR" altLang="en-US" sz="24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171317" y="3670341"/>
            <a:ext cx="1512000" cy="6480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 err="1" smtClean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관제자</a:t>
            </a:r>
            <a:endParaRPr lang="ko-KR" altLang="en-US" sz="24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650066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7145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06384" y="1320250"/>
            <a:ext cx="7200000" cy="4901606"/>
          </a:xfrm>
          <a:prstGeom prst="roundRect">
            <a:avLst>
              <a:gd name="adj" fmla="val 1441"/>
            </a:avLst>
          </a:prstGeom>
          <a:solidFill>
            <a:srgbClr val="F5F6F8"/>
          </a:solidFill>
          <a:ln w="12700">
            <a:solidFill>
              <a:srgbClr val="E3E7ED"/>
            </a:solidFill>
            <a:prstDash val="solid"/>
          </a:ln>
          <a:effectLst>
            <a:outerShdw blurRad="101600" dist="38100" dir="5400000" algn="bl" rotWithShape="0">
              <a:srgbClr val="1A2740">
                <a:alpha val="12000"/>
              </a:srgbClr>
            </a:outerShdw>
          </a:effectLst>
        </p:spPr>
      </p:sp>
      <p:sp>
        <p:nvSpPr>
          <p:cNvPr id="32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534771" y="1163289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유즈케이스</a:t>
            </a:r>
            <a:r>
              <a:rPr lang="ko-KR" altLang="en-US" dirty="0" smtClean="0"/>
              <a:t> 다이어그램</a:t>
            </a:r>
            <a:endParaRPr lang="ko-KR" altLang="en-US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3227671" y="1656830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회원가입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3227671" y="2190108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로그인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6663753" y="1656830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대시보드 조회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6663753" y="2190108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실시간 영상 조회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6663753" y="2721699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탐지 대상 검색</a:t>
            </a:r>
            <a:r>
              <a:rPr lang="en-US" altLang="ko-KR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조회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6663753" y="3253147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히스토리</a:t>
            </a:r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조회</a:t>
            </a:r>
            <a:r>
              <a:rPr lang="en-US" altLang="ko-KR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검색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6663753" y="4850938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지도 조회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6663753" y="5383535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이동경로 조회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3227670" y="2696736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사용자 계정 관리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3227670" y="3253147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카메라 추가</a:t>
            </a:r>
            <a:r>
              <a:rPr lang="en-US" altLang="ko-KR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삭제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3227670" y="3785744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카메라 활성화</a:t>
            </a:r>
            <a:r>
              <a:rPr lang="en-US" altLang="ko-KR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/</a:t>
            </a:r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정지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3227670" y="4318341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탐지 대상 </a:t>
            </a:r>
            <a:r>
              <a:rPr lang="ko-KR" altLang="en-US" sz="1600" dirty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등록</a:t>
            </a:r>
            <a:r>
              <a:rPr lang="en-US" altLang="ko-KR" sz="1600" dirty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수정</a:t>
            </a:r>
            <a:r>
              <a:rPr lang="en-US" altLang="ko-KR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삭제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3227670" y="4850938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탐지 대상 관리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3227670" y="5383535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히스토리</a:t>
            </a:r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관리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6663753" y="3785744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히스토리</a:t>
            </a:r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600" dirty="0" err="1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필터링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6663753" y="4318341"/>
            <a:ext cx="2304000" cy="432000"/>
          </a:xfrm>
          <a:prstGeom prst="roundRect">
            <a:avLst>
              <a:gd name="adj" fmla="val 6373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이벤트 </a:t>
            </a:r>
            <a:r>
              <a:rPr lang="ko-KR" altLang="en-US" sz="1600" dirty="0" err="1" smtClean="0">
                <a:solidFill>
                  <a:schemeClr val="tx1"/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읽음처리</a:t>
            </a:r>
            <a:endParaRPr lang="ko-KR" altLang="en-US" sz="1600" dirty="0">
              <a:solidFill>
                <a:schemeClr val="tx1"/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29451" y="1866108"/>
            <a:ext cx="1512000" cy="648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2400" dirty="0" smtClean="0">
                <a:solidFill>
                  <a:schemeClr val="tx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비회원</a:t>
            </a:r>
            <a:endParaRPr lang="ko-KR" altLang="en-US" sz="2400" dirty="0">
              <a:solidFill>
                <a:schemeClr val="tx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9" name="직선 연결선 18"/>
          <p:cNvCxnSpPr>
            <a:stCxn id="15" idx="3"/>
            <a:endCxn id="5" idx="1"/>
          </p:cNvCxnSpPr>
          <p:nvPr/>
        </p:nvCxnSpPr>
        <p:spPr>
          <a:xfrm flipV="1">
            <a:off x="2041451" y="1872830"/>
            <a:ext cx="1186220" cy="31727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>
            <a:stCxn id="15" idx="3"/>
            <a:endCxn id="28" idx="1"/>
          </p:cNvCxnSpPr>
          <p:nvPr/>
        </p:nvCxnSpPr>
        <p:spPr>
          <a:xfrm>
            <a:off x="2041451" y="2190108"/>
            <a:ext cx="1186220" cy="216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>
            <a:stCxn id="54" idx="3"/>
            <a:endCxn id="42" idx="1"/>
          </p:cNvCxnSpPr>
          <p:nvPr/>
        </p:nvCxnSpPr>
        <p:spPr>
          <a:xfrm flipV="1">
            <a:off x="2041451" y="2912736"/>
            <a:ext cx="1186219" cy="108160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>
            <a:stCxn id="54" idx="3"/>
            <a:endCxn id="43" idx="1"/>
          </p:cNvCxnSpPr>
          <p:nvPr/>
        </p:nvCxnSpPr>
        <p:spPr>
          <a:xfrm flipV="1">
            <a:off x="2041451" y="3469147"/>
            <a:ext cx="1186219" cy="52519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>
            <a:stCxn id="54" idx="3"/>
            <a:endCxn id="44" idx="1"/>
          </p:cNvCxnSpPr>
          <p:nvPr/>
        </p:nvCxnSpPr>
        <p:spPr>
          <a:xfrm>
            <a:off x="2041451" y="3994341"/>
            <a:ext cx="1186219" cy="740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>
            <a:stCxn id="54" idx="3"/>
            <a:endCxn id="45" idx="1"/>
          </p:cNvCxnSpPr>
          <p:nvPr/>
        </p:nvCxnSpPr>
        <p:spPr>
          <a:xfrm>
            <a:off x="2041451" y="3994341"/>
            <a:ext cx="1186219" cy="540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>
            <a:stCxn id="54" idx="3"/>
            <a:endCxn id="46" idx="1"/>
          </p:cNvCxnSpPr>
          <p:nvPr/>
        </p:nvCxnSpPr>
        <p:spPr>
          <a:xfrm>
            <a:off x="2041451" y="3994341"/>
            <a:ext cx="1186219" cy="107259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>
            <a:stCxn id="54" idx="3"/>
          </p:cNvCxnSpPr>
          <p:nvPr/>
        </p:nvCxnSpPr>
        <p:spPr>
          <a:xfrm>
            <a:off x="2041451" y="3994341"/>
            <a:ext cx="1186219" cy="159779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>
            <a:endCxn id="55" idx="1"/>
          </p:cNvCxnSpPr>
          <p:nvPr/>
        </p:nvCxnSpPr>
        <p:spPr>
          <a:xfrm>
            <a:off x="8967753" y="1885279"/>
            <a:ext cx="1203564" cy="210906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/>
          <p:cNvCxnSpPr>
            <a:stCxn id="33" idx="3"/>
            <a:endCxn id="55" idx="1"/>
          </p:cNvCxnSpPr>
          <p:nvPr/>
        </p:nvCxnSpPr>
        <p:spPr>
          <a:xfrm>
            <a:off x="8967753" y="2406108"/>
            <a:ext cx="1203564" cy="158823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>
            <a:endCxn id="55" idx="1"/>
          </p:cNvCxnSpPr>
          <p:nvPr/>
        </p:nvCxnSpPr>
        <p:spPr>
          <a:xfrm>
            <a:off x="8967752" y="2957876"/>
            <a:ext cx="1203565" cy="103646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>
            <a:endCxn id="55" idx="1"/>
          </p:cNvCxnSpPr>
          <p:nvPr/>
        </p:nvCxnSpPr>
        <p:spPr>
          <a:xfrm>
            <a:off x="8967751" y="3476108"/>
            <a:ext cx="1203566" cy="51823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>
            <a:stCxn id="50" idx="3"/>
            <a:endCxn id="55" idx="1"/>
          </p:cNvCxnSpPr>
          <p:nvPr/>
        </p:nvCxnSpPr>
        <p:spPr>
          <a:xfrm flipV="1">
            <a:off x="8967753" y="3994341"/>
            <a:ext cx="1203564" cy="740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>
            <a:stCxn id="51" idx="3"/>
            <a:endCxn id="55" idx="1"/>
          </p:cNvCxnSpPr>
          <p:nvPr/>
        </p:nvCxnSpPr>
        <p:spPr>
          <a:xfrm flipV="1">
            <a:off x="8967753" y="3994341"/>
            <a:ext cx="1203564" cy="5400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/>
          <p:cNvCxnSpPr>
            <a:stCxn id="39" idx="3"/>
            <a:endCxn id="55" idx="1"/>
          </p:cNvCxnSpPr>
          <p:nvPr/>
        </p:nvCxnSpPr>
        <p:spPr>
          <a:xfrm flipV="1">
            <a:off x="8967753" y="3994341"/>
            <a:ext cx="1203564" cy="160519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>
            <a:stCxn id="37" idx="3"/>
            <a:endCxn id="55" idx="1"/>
          </p:cNvCxnSpPr>
          <p:nvPr/>
        </p:nvCxnSpPr>
        <p:spPr>
          <a:xfrm flipV="1">
            <a:off x="8967753" y="3994341"/>
            <a:ext cx="1203564" cy="107259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그림 10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055" y="3742341"/>
            <a:ext cx="504000" cy="504000"/>
          </a:xfrm>
          <a:prstGeom prst="rect">
            <a:avLst/>
          </a:prstGeom>
        </p:spPr>
      </p:pic>
      <p:pic>
        <p:nvPicPr>
          <p:cNvPr id="109" name="그림 10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84" y="3747309"/>
            <a:ext cx="504000" cy="504000"/>
          </a:xfrm>
          <a:prstGeom prst="rect">
            <a:avLst/>
          </a:prstGeom>
        </p:spPr>
      </p:pic>
      <p:pic>
        <p:nvPicPr>
          <p:cNvPr id="110" name="그림 10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97" y="1938108"/>
            <a:ext cx="504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5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1512</TotalTime>
  <Words>53</Words>
  <Application>Microsoft Office PowerPoint</Application>
  <PresentationFormat>와이드스크린</PresentationFormat>
  <Paragraphs>21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나눔스퀘어_ac</vt:lpstr>
      <vt:lpstr>Arial</vt:lpstr>
      <vt:lpstr>나눔스퀘어 Bold</vt:lpstr>
      <vt:lpstr>Calibri</vt:lpstr>
      <vt:lpstr>맑은 고딕</vt:lpstr>
      <vt:lpstr>나눔스퀘어_ac Bold</vt:lpstr>
      <vt:lpstr>맑은 고딕</vt:lpstr>
      <vt:lpstr>Office Theme</vt:lpstr>
      <vt:lpstr>유즈케이스 다이어그램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664</cp:revision>
  <dcterms:modified xsi:type="dcterms:W3CDTF">2026-07-22T01:23:59Z</dcterms:modified>
</cp:coreProperties>
</file>