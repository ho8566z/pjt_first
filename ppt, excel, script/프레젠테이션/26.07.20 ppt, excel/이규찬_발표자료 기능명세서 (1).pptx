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나눔스퀘어_ac Bold" panose="020B0600000101010101" pitchFamily="50" charset="-127"/>
      <p:bold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Poppins Black" panose="020B0600000101010101" charset="0"/>
      <p:bold r:id="rId12"/>
      <p:boldItalic r:id="rId13"/>
    </p:embeddedFont>
    <p:embeddedFont>
      <p:font typeface="나눔스퀘어_ac" panose="020B0600000101010101" pitchFamily="50" charset="-127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C8"/>
    <a:srgbClr val="2061EA"/>
    <a:srgbClr val="007DC9"/>
    <a:srgbClr val="F8FAFC"/>
    <a:srgbClr val="CAE2F7"/>
    <a:srgbClr val="F7FCFF"/>
    <a:srgbClr val="F09234"/>
    <a:srgbClr val="F5F5F5"/>
    <a:srgbClr val="D3E8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12" autoAdjust="0"/>
  </p:normalViewPr>
  <p:slideViewPr>
    <p:cSldViewPr snapToGrid="0">
      <p:cViewPr>
        <p:scale>
          <a:sx n="75" d="100"/>
          <a:sy n="75" d="100"/>
        </p:scale>
        <p:origin x="1914" y="7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44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534771" y="1163289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9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06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기능 명세서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606640" y="1178778"/>
            <a:ext cx="5164270" cy="2550086"/>
            <a:chOff x="771525" y="1428154"/>
            <a:chExt cx="5164270" cy="2550086"/>
          </a:xfrm>
        </p:grpSpPr>
        <p:sp>
          <p:nvSpPr>
            <p:cNvPr id="60" name="모서리가 둥근 직사각형 59"/>
            <p:cNvSpPr/>
            <p:nvPr/>
          </p:nvSpPr>
          <p:spPr>
            <a:xfrm>
              <a:off x="771525" y="1428154"/>
              <a:ext cx="5164270" cy="2550086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57905" y="1485900"/>
              <a:ext cx="15721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회원 서비스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484" y="1801661"/>
              <a:ext cx="4826819" cy="2055747"/>
            </a:xfrm>
            <a:prstGeom prst="rect">
              <a:avLst/>
            </a:prstGeom>
          </p:spPr>
        </p:pic>
      </p:grpSp>
      <p:grpSp>
        <p:nvGrpSpPr>
          <p:cNvPr id="100" name="그룹 99"/>
          <p:cNvGrpSpPr/>
          <p:nvPr/>
        </p:nvGrpSpPr>
        <p:grpSpPr>
          <a:xfrm>
            <a:off x="631609" y="3786610"/>
            <a:ext cx="5164270" cy="2300246"/>
            <a:chOff x="771526" y="4100554"/>
            <a:chExt cx="5164270" cy="2300246"/>
          </a:xfrm>
        </p:grpSpPr>
        <p:grpSp>
          <p:nvGrpSpPr>
            <p:cNvPr id="66" name="그룹 65"/>
            <p:cNvGrpSpPr/>
            <p:nvPr/>
          </p:nvGrpSpPr>
          <p:grpSpPr>
            <a:xfrm>
              <a:off x="771526" y="4100554"/>
              <a:ext cx="5164270" cy="2300246"/>
              <a:chOff x="771524" y="1360450"/>
              <a:chExt cx="8372475" cy="2961353"/>
            </a:xfrm>
          </p:grpSpPr>
          <p:sp>
            <p:nvSpPr>
              <p:cNvPr id="68" name="모서리가 둥근 직사각형 67"/>
              <p:cNvSpPr/>
              <p:nvPr/>
            </p:nvSpPr>
            <p:spPr>
              <a:xfrm>
                <a:off x="771524" y="1360450"/>
                <a:ext cx="8372475" cy="2961353"/>
              </a:xfrm>
              <a:prstGeom prst="roundRect">
                <a:avLst>
                  <a:gd name="adj" fmla="val 3739"/>
                </a:avLst>
              </a:prstGeom>
              <a:solidFill>
                <a:srgbClr val="F8FA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895060" y="1440027"/>
                <a:ext cx="2804834" cy="396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이벤트 </a:t>
                </a:r>
                <a:r>
                  <a:rPr lang="ko-KR" altLang="en-US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서비스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p:grpSp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348" y="4484862"/>
              <a:ext cx="4872623" cy="1823475"/>
            </a:xfrm>
            <a:prstGeom prst="rect">
              <a:avLst/>
            </a:prstGeom>
          </p:spPr>
        </p:pic>
      </p:grpSp>
      <p:sp>
        <p:nvSpPr>
          <p:cNvPr id="80" name="모서리가 둥근 직사각형 79"/>
          <p:cNvSpPr/>
          <p:nvPr/>
        </p:nvSpPr>
        <p:spPr>
          <a:xfrm>
            <a:off x="6559826" y="1175400"/>
            <a:ext cx="4320209" cy="4911456"/>
          </a:xfrm>
          <a:prstGeom prst="roundRect">
            <a:avLst>
              <a:gd name="adj" fmla="val 3739"/>
            </a:avLst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6724902" y="1244508"/>
            <a:ext cx="1416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관제 서비스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259" y="1539011"/>
            <a:ext cx="3916820" cy="4455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기능 명세서 슬라이드 디자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6" descr="기능 명세서 슬라이드 디자인"/>
          <p:cNvSpPr>
            <a:spLocks noChangeAspect="1" noChangeArrowheads="1"/>
          </p:cNvSpPr>
          <p:nvPr/>
        </p:nvSpPr>
        <p:spPr bwMode="auto">
          <a:xfrm>
            <a:off x="4456113" y="15446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0047" r="-2690" b="10532"/>
          <a:stretch/>
        </p:blipFill>
        <p:spPr>
          <a:xfrm>
            <a:off x="952499" y="689112"/>
            <a:ext cx="10563640" cy="544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4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9</Words>
  <Application>Microsoft Office PowerPoint</Application>
  <PresentationFormat>와이드스크린</PresentationFormat>
  <Paragraphs>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Calibri</vt:lpstr>
      <vt:lpstr>나눔스퀘어_ac Bold</vt:lpstr>
      <vt:lpstr>맑은 고딕</vt:lpstr>
      <vt:lpstr>Poppins Black</vt:lpstr>
      <vt:lpstr>Arial</vt:lpstr>
      <vt:lpstr>나눔스퀘어_ac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533</cp:revision>
  <dcterms:modified xsi:type="dcterms:W3CDTF">2026-07-20T02:36:25Z</dcterms:modified>
</cp:coreProperties>
</file>