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70" r:id="rId2"/>
    <p:sldId id="281" r:id="rId3"/>
    <p:sldId id="282" r:id="rId4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6"/>
    </p:embeddedFont>
    <p:embeddedFont>
      <p:font typeface="나눔스퀘어_ac" panose="020B0600000101010101" pitchFamily="50" charset="-127"/>
      <p:regular r:id="rId7"/>
    </p:embeddedFont>
    <p:embeddedFont>
      <p:font typeface="Poppins Black" panose="020B0600000101010101" charset="0"/>
      <p:bold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F1"/>
    <a:srgbClr val="FFFFFF"/>
    <a:srgbClr val="1443F0"/>
    <a:srgbClr val="B9D0EE"/>
    <a:srgbClr val="254061"/>
    <a:srgbClr val="F5F5F5"/>
    <a:srgbClr val="D3E8FD"/>
    <a:srgbClr val="CAE2F7"/>
    <a:srgbClr val="25A7FF"/>
    <a:srgbClr val="F4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6" autoAdjust="0"/>
    <p:restoredTop sz="96391" autoAdjust="0"/>
  </p:normalViewPr>
  <p:slideViewPr>
    <p:cSldViewPr snapToGrid="0">
      <p:cViewPr>
        <p:scale>
          <a:sx n="75" d="100"/>
          <a:sy n="75" d="100"/>
        </p:scale>
        <p:origin x="2016" y="9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45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693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323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13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40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87"/>
          <p:cNvSpPr/>
          <p:nvPr/>
        </p:nvSpPr>
        <p:spPr>
          <a:xfrm>
            <a:off x="6178440" y="3343430"/>
            <a:ext cx="5407119" cy="135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cxnSp>
        <p:nvCxnSpPr>
          <p:cNvPr id="49" name="직선 연결선 48"/>
          <p:cNvCxnSpPr/>
          <p:nvPr/>
        </p:nvCxnSpPr>
        <p:spPr>
          <a:xfrm flipV="1">
            <a:off x="6464776" y="3991387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87"/>
          <p:cNvSpPr/>
          <p:nvPr/>
        </p:nvSpPr>
        <p:spPr>
          <a:xfrm>
            <a:off x="6178238" y="1866329"/>
            <a:ext cx="5407119" cy="135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5" name="Shape 87"/>
          <p:cNvSpPr/>
          <p:nvPr/>
        </p:nvSpPr>
        <p:spPr>
          <a:xfrm>
            <a:off x="6178236" y="4820534"/>
            <a:ext cx="5407119" cy="135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424" y="1939054"/>
            <a:ext cx="540000" cy="54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424" y="3411170"/>
            <a:ext cx="540000" cy="540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309" y="4940523"/>
            <a:ext cx="540000" cy="540000"/>
          </a:xfrm>
          <a:prstGeom prst="rect">
            <a:avLst/>
          </a:prstGeom>
        </p:spPr>
      </p:pic>
      <p:sp>
        <p:nvSpPr>
          <p:cNvPr id="21" name="Shape 87"/>
          <p:cNvSpPr/>
          <p:nvPr/>
        </p:nvSpPr>
        <p:spPr>
          <a:xfrm>
            <a:off x="611865" y="4085271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4220637"/>
            <a:ext cx="540000" cy="540000"/>
          </a:xfrm>
          <a:prstGeom prst="rect">
            <a:avLst/>
          </a:prstGeom>
        </p:spPr>
      </p:pic>
      <p:sp>
        <p:nvSpPr>
          <p:cNvPr id="27" name="Shape 87"/>
          <p:cNvSpPr/>
          <p:nvPr/>
        </p:nvSpPr>
        <p:spPr>
          <a:xfrm>
            <a:off x="606235" y="1867400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6" name="그림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68" y="2062351"/>
            <a:ext cx="540000" cy="540000"/>
          </a:xfrm>
          <a:prstGeom prst="rect">
            <a:avLst/>
          </a:prstGeom>
        </p:spPr>
      </p:pic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09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관리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 flipV="1">
            <a:off x="897794" y="2598032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39710" y="2105660"/>
            <a:ext cx="2940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make_member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7794" y="2718566"/>
            <a:ext cx="3539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 시 하나의 회원 객체</a:t>
            </a:r>
            <a:r>
              <a:rPr lang="en-US" altLang="ko-KR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(JSON)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</a:t>
            </a:r>
            <a:endParaRPr lang="en-US" altLang="ko-KR" sz="1600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생성하면서</a:t>
            </a:r>
            <a:r>
              <a:rPr lang="en-US" altLang="ko-KR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선택한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역할에 따라 권한 목록 </a:t>
            </a:r>
            <a:endParaRPr lang="en-US" altLang="ko-KR" sz="1600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생성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 flipV="1">
            <a:off x="901566" y="4810404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45028" y="4319578"/>
            <a:ext cx="3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apply_permissions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161" y="4920766"/>
            <a:ext cx="3716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특정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계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정에 권한을 추가하고</a:t>
            </a:r>
            <a:r>
              <a:rPr lang="en-US" altLang="ko-KR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중복 추가 않음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6178238" y="1375570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4152" y="2038930"/>
            <a:ext cx="277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capture_loop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63189" y="2613867"/>
            <a:ext cx="4144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카메라 영상을 실시간으로 읽는 백그라운드 스레드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88522" y="3519895"/>
            <a:ext cx="277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read_frame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99784" y="5005317"/>
            <a:ext cx="277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release()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64165" y="4100562"/>
            <a:ext cx="3286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Queue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에서 최신 프레임을 하나씩 반환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463189" y="5575179"/>
            <a:ext cx="43717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동영상 스레드를 완전히 종료하고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비디오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자원을 해제</a:t>
            </a:r>
          </a:p>
        </p:txBody>
      </p:sp>
      <p:cxnSp>
        <p:nvCxnSpPr>
          <p:cNvPr id="46" name="직선 연결선 45"/>
          <p:cNvCxnSpPr/>
          <p:nvPr/>
        </p:nvCxnSpPr>
        <p:spPr>
          <a:xfrm flipV="1">
            <a:off x="6469797" y="2510667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464572" y="5468491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39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87"/>
          <p:cNvSpPr/>
          <p:nvPr/>
        </p:nvSpPr>
        <p:spPr>
          <a:xfrm>
            <a:off x="6178238" y="1866329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888" y="2015236"/>
            <a:ext cx="540000" cy="540000"/>
          </a:xfrm>
          <a:prstGeom prst="rect">
            <a:avLst/>
          </a:prstGeom>
        </p:spPr>
      </p:pic>
      <p:sp>
        <p:nvSpPr>
          <p:cNvPr id="25" name="모서리가 둥근 직사각형 24"/>
          <p:cNvSpPr/>
          <p:nvPr/>
        </p:nvSpPr>
        <p:spPr>
          <a:xfrm>
            <a:off x="6183868" y="1375569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이벤트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Shape 87"/>
          <p:cNvSpPr/>
          <p:nvPr/>
        </p:nvSpPr>
        <p:spPr>
          <a:xfrm>
            <a:off x="6183868" y="4084200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09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AI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Shape 87"/>
          <p:cNvSpPr/>
          <p:nvPr/>
        </p:nvSpPr>
        <p:spPr>
          <a:xfrm>
            <a:off x="611865" y="4085271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8" name="Shape 87"/>
          <p:cNvSpPr/>
          <p:nvPr/>
        </p:nvSpPr>
        <p:spPr>
          <a:xfrm>
            <a:off x="606235" y="1867400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cxnSp>
        <p:nvCxnSpPr>
          <p:cNvPr id="33" name="직선 연결선 32"/>
          <p:cNvCxnSpPr/>
          <p:nvPr/>
        </p:nvCxnSpPr>
        <p:spPr>
          <a:xfrm flipV="1">
            <a:off x="897794" y="2598032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39710" y="2105660"/>
            <a:ext cx="2940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track_identified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7794" y="2718566"/>
            <a:ext cx="4435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YOLO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객체 탐지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비동기 얼굴인식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재인식 주기 제어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중복 요청 방지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실시간 이벤트 생성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메모리 관리</a:t>
            </a:r>
          </a:p>
        </p:txBody>
      </p:sp>
      <p:cxnSp>
        <p:nvCxnSpPr>
          <p:cNvPr id="36" name="직선 연결선 35"/>
          <p:cNvCxnSpPr/>
          <p:nvPr/>
        </p:nvCxnSpPr>
        <p:spPr>
          <a:xfrm flipV="1">
            <a:off x="901566" y="4810404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45028" y="4319578"/>
            <a:ext cx="3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identify()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5161" y="4920766"/>
            <a:ext cx="4145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얼굴 특징 추출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얼굴 특징 비교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최고 유사도 선택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Threshold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&gt;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임계치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미만은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미인식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처리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470000" y="2601157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11916" y="2108785"/>
            <a:ext cx="2940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add_event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70000" y="2721691"/>
            <a:ext cx="4209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이벤트 로그 생성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JSON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저장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SSE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웹으로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실시간 </a:t>
            </a:r>
            <a:endParaRPr lang="en-US" altLang="ko-KR" sz="1600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알림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6473772" y="4813529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17234" y="4322703"/>
            <a:ext cx="3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connectSSE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67367" y="4923891"/>
            <a:ext cx="4373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브라우저에서 이벤트 수신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en-US" altLang="ko-KR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EventSource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 유지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새 이벤트를 실시간 데이터로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수집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14" y="2011573"/>
            <a:ext cx="540000" cy="54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14" y="4223106"/>
            <a:ext cx="540000" cy="54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1" y="4262281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3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7"/>
          <p:cNvSpPr/>
          <p:nvPr/>
        </p:nvSpPr>
        <p:spPr>
          <a:xfrm>
            <a:off x="6183868" y="4084200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848" y="4238034"/>
            <a:ext cx="540000" cy="540000"/>
          </a:xfrm>
          <a:prstGeom prst="rect">
            <a:avLst/>
          </a:prstGeom>
        </p:spPr>
      </p:pic>
      <p:sp>
        <p:nvSpPr>
          <p:cNvPr id="22" name="Shape 87"/>
          <p:cNvSpPr/>
          <p:nvPr/>
        </p:nvSpPr>
        <p:spPr>
          <a:xfrm>
            <a:off x="6178238" y="1866329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848" y="2005977"/>
            <a:ext cx="540000" cy="540000"/>
          </a:xfrm>
          <a:prstGeom prst="rect">
            <a:avLst/>
          </a:prstGeom>
        </p:spPr>
      </p:pic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09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26" name="Shape 87"/>
          <p:cNvSpPr/>
          <p:nvPr/>
        </p:nvSpPr>
        <p:spPr>
          <a:xfrm>
            <a:off x="611865" y="4085271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8" name="Shape 87"/>
          <p:cNvSpPr/>
          <p:nvPr/>
        </p:nvSpPr>
        <p:spPr>
          <a:xfrm>
            <a:off x="606235" y="1867400"/>
            <a:ext cx="5407119" cy="2088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cxnSp>
        <p:nvCxnSpPr>
          <p:cNvPr id="33" name="직선 연결선 32"/>
          <p:cNvCxnSpPr/>
          <p:nvPr/>
        </p:nvCxnSpPr>
        <p:spPr>
          <a:xfrm flipV="1">
            <a:off x="897794" y="2598032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741209" y="2104835"/>
            <a:ext cx="3396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get_dashboard_data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7794" y="2718566"/>
            <a:ext cx="4019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대시보드의 전체 데이터를 통합해 하나의 객체로 </a:t>
            </a:r>
            <a:endParaRPr lang="en-US" altLang="ko-KR" sz="1600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반환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실시간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집계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 flipV="1">
            <a:off x="901566" y="4810404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45028" y="4319578"/>
            <a:ext cx="3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make_recent_events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5161" y="4920766"/>
            <a:ext cx="3427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최신 이벤트 생성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최신 이벤트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 추출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대시보드용으로 데이터 가공</a:t>
            </a: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470000" y="2601157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11916" y="2108785"/>
            <a:ext cx="2940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get_map_data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70000" y="2721691"/>
            <a:ext cx="4221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지도 표시 데이터 생성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Target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별 로그 그룹화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사람별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이동 경로 생성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최신 위치 추출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 샘플링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6473772" y="4813529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17234" y="4322703"/>
            <a:ext cx="3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renderDashboardMap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67367" y="4923891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카카오맵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렌더링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지도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API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초기화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 처리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렌더링 옵션 적용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&gt;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자동 포커스 여부 설정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화면</a:t>
            </a:r>
            <a:endParaRPr lang="en-US" altLang="ko-KR" sz="16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1" y="2062351"/>
            <a:ext cx="540000" cy="54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5" y="423803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6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228</Words>
  <Application>Microsoft Office PowerPoint</Application>
  <PresentationFormat>와이드스크린</PresentationFormat>
  <Paragraphs>44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나눔스퀘어_ac Bold</vt:lpstr>
      <vt:lpstr>Arial</vt:lpstr>
      <vt:lpstr>나눔스퀘어_ac</vt:lpstr>
      <vt:lpstr>Poppins Black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534</cp:revision>
  <dcterms:modified xsi:type="dcterms:W3CDTF">2026-07-21T05:19:22Z</dcterms:modified>
</cp:coreProperties>
</file>