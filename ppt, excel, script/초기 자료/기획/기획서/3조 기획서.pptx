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03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68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29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18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57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43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03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455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307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532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2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21706-5F5C-4FC9-93CD-FFE1C34FA21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D4A31-CCB5-4483-8920-1EF443856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53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1" y="1388532"/>
            <a:ext cx="46566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1</a:t>
            </a:r>
            <a:r>
              <a:rPr lang="ko-KR" altLang="en-US" sz="4400" dirty="0" smtClean="0"/>
              <a:t>차 프로젝트</a:t>
            </a:r>
            <a:endParaRPr lang="en-US" altLang="ko-KR" sz="4400" dirty="0" smtClean="0"/>
          </a:p>
          <a:p>
            <a:r>
              <a:rPr lang="en-US" altLang="ko-KR" sz="3200" dirty="0" smtClean="0"/>
              <a:t>3</a:t>
            </a:r>
            <a:r>
              <a:rPr lang="ko-KR" altLang="en-US" sz="3200" dirty="0" smtClean="0"/>
              <a:t>조</a:t>
            </a:r>
            <a:r>
              <a:rPr lang="en-US" altLang="ko-KR" sz="3200" dirty="0" smtClean="0"/>
              <a:t>: </a:t>
            </a:r>
            <a:r>
              <a:rPr lang="ko-KR" altLang="en-US" sz="3200" dirty="0" err="1" smtClean="0"/>
              <a:t>딱코</a:t>
            </a:r>
            <a:endParaRPr lang="en-US" altLang="ko-KR" sz="3200" dirty="0" smtClean="0"/>
          </a:p>
          <a:p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11576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333" y="1456266"/>
            <a:ext cx="102785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아이디어 소개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가제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드론을</a:t>
            </a:r>
            <a:r>
              <a:rPr lang="ko-KR" altLang="en-US" dirty="0" smtClean="0"/>
              <a:t> 이용한 신원확인 프로그램</a:t>
            </a:r>
            <a:r>
              <a:rPr lang="en-US" altLang="ko-KR" dirty="0" smtClean="0"/>
              <a:t>(-&gt; </a:t>
            </a:r>
            <a:r>
              <a:rPr lang="ko-KR" altLang="en-US" dirty="0" err="1" smtClean="0"/>
              <a:t>옵시디언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실드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목적</a:t>
            </a:r>
            <a:r>
              <a:rPr lang="en-US" altLang="ko-KR" dirty="0" smtClean="0"/>
              <a:t>: </a:t>
            </a:r>
            <a:r>
              <a:rPr lang="ko-KR" altLang="en-US" dirty="0"/>
              <a:t>일정 구역을 순찰하는 </a:t>
            </a:r>
            <a:r>
              <a:rPr lang="ko-KR" altLang="en-US" dirty="0" err="1"/>
              <a:t>드론</a:t>
            </a:r>
            <a:r>
              <a:rPr lang="ko-KR" altLang="en-US" dirty="0"/>
              <a:t> 혹은 </a:t>
            </a:r>
            <a:r>
              <a:rPr lang="en-US" altLang="ko-KR" dirty="0" err="1"/>
              <a:t>cctv</a:t>
            </a:r>
            <a:r>
              <a:rPr lang="ko-KR" altLang="en-US" dirty="0"/>
              <a:t>가 촬영한 사진을 분석하여 신원이 등록되어 있는 범죄자 혹은 그로 추정되는 </a:t>
            </a:r>
            <a:r>
              <a:rPr lang="ko-KR" altLang="en-US" dirty="0" smtClean="0"/>
              <a:t>용의자</a:t>
            </a:r>
            <a:r>
              <a:rPr lang="en-US" altLang="ko-KR" dirty="0"/>
              <a:t>, </a:t>
            </a:r>
            <a:r>
              <a:rPr lang="ko-KR" altLang="en-US" dirty="0"/>
              <a:t>실종자 등을 최대한 식별하고 등장 장소와 예상되는 이동 경로 따위를 추측해서 추적</a:t>
            </a:r>
            <a:r>
              <a:rPr lang="en-US" altLang="ko-KR" dirty="0"/>
              <a:t>·</a:t>
            </a:r>
            <a:r>
              <a:rPr lang="ko-KR" altLang="en-US" dirty="0"/>
              <a:t>기록하는 관제 프로그램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1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533" y="394692"/>
            <a:ext cx="11353686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유사사이트</a:t>
            </a:r>
            <a:r>
              <a:rPr lang="ko-KR" altLang="en-US" dirty="0" smtClean="0"/>
              <a:t> 분석</a:t>
            </a:r>
            <a:r>
              <a:rPr lang="en-US" altLang="ko-KR" dirty="0" smtClean="0"/>
              <a:t>(</a:t>
            </a:r>
            <a:r>
              <a:rPr lang="ko-KR" altLang="en-US" dirty="0" smtClean="0"/>
              <a:t>벤치마킹</a:t>
            </a:r>
            <a:r>
              <a:rPr lang="en-US" altLang="ko-KR" dirty="0" smtClean="0"/>
              <a:t>)</a:t>
            </a:r>
          </a:p>
          <a:p>
            <a:endParaRPr lang="en-US" altLang="ko-KR" dirty="0"/>
          </a:p>
          <a:p>
            <a:pPr fontAlgn="base"/>
            <a:r>
              <a:rPr lang="en-US" altLang="ko-KR" dirty="0"/>
              <a:t>01. </a:t>
            </a:r>
            <a:r>
              <a:rPr lang="ko-KR" altLang="en-US" dirty="0" err="1" smtClean="0"/>
              <a:t>인텔리빅스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 err="1"/>
              <a:t>intellivix</a:t>
            </a:r>
            <a:r>
              <a:rPr lang="en-US" altLang="ko-KR" dirty="0"/>
              <a:t>, </a:t>
            </a:r>
            <a:r>
              <a:rPr lang="ko-KR" altLang="en-US" dirty="0"/>
              <a:t>한국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en-US" altLang="ko-KR" dirty="0" smtClean="0"/>
              <a:t>: </a:t>
            </a:r>
            <a:r>
              <a:rPr lang="en-US" altLang="ko-KR" dirty="0"/>
              <a:t>CCTV</a:t>
            </a:r>
            <a:r>
              <a:rPr lang="ko-KR" altLang="en-US" dirty="0"/>
              <a:t>와 </a:t>
            </a:r>
            <a:r>
              <a:rPr lang="ko-KR" altLang="en-US" dirty="0" err="1"/>
              <a:t>드론</a:t>
            </a:r>
            <a:r>
              <a:rPr lang="ko-KR" altLang="en-US" dirty="0"/>
              <a:t> 연계</a:t>
            </a:r>
            <a:r>
              <a:rPr lang="en-US" altLang="ko-KR" dirty="0"/>
              <a:t>, </a:t>
            </a:r>
            <a:r>
              <a:rPr lang="ko-KR" altLang="en-US" dirty="0"/>
              <a:t>군 부대 외곽 침입자 감지 및 해안선 경계 시스템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b="1" dirty="0"/>
              <a:t>→</a:t>
            </a:r>
            <a:r>
              <a:rPr lang="ko-KR" altLang="en-US" dirty="0"/>
              <a:t> 군사적인 용도로 사용되는 소프트웨어로 공공목적으로 사용하는데 어려움이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 smtClean="0"/>
          </a:p>
          <a:p>
            <a:pPr fontAlgn="base"/>
            <a:r>
              <a:rPr lang="en-US" altLang="ko-KR" dirty="0" smtClean="0"/>
              <a:t>02. </a:t>
            </a:r>
            <a:r>
              <a:rPr lang="ko-KR" altLang="en-US" dirty="0" err="1"/>
              <a:t>안두릴</a:t>
            </a:r>
            <a:r>
              <a:rPr lang="ko-KR" altLang="en-US" dirty="0"/>
              <a:t> </a:t>
            </a:r>
            <a:r>
              <a:rPr lang="ko-KR" altLang="en-US" dirty="0" err="1" smtClean="0"/>
              <a:t>인더스트리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 err="1"/>
              <a:t>Anduril</a:t>
            </a:r>
            <a:r>
              <a:rPr lang="en-US" altLang="ko-KR" dirty="0"/>
              <a:t> Industries, </a:t>
            </a:r>
            <a:r>
              <a:rPr lang="ko-KR" altLang="en-US" dirty="0"/>
              <a:t>미국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en-US" altLang="ko-KR" dirty="0" smtClean="0"/>
              <a:t>: </a:t>
            </a:r>
            <a:r>
              <a:rPr lang="en-US" altLang="ko-KR" dirty="0" err="1"/>
              <a:t>센서</a:t>
            </a:r>
            <a:r>
              <a:rPr lang="en-US" altLang="ko-KR" dirty="0"/>
              <a:t>, CCTV, </a:t>
            </a:r>
            <a:r>
              <a:rPr lang="en-US" altLang="ko-KR" dirty="0" err="1"/>
              <a:t>드론을</a:t>
            </a:r>
            <a:r>
              <a:rPr lang="en-US" altLang="ko-KR" dirty="0"/>
              <a:t> </a:t>
            </a:r>
            <a:r>
              <a:rPr lang="en-US" altLang="ko-KR" dirty="0" err="1"/>
              <a:t>하나의</a:t>
            </a:r>
            <a:r>
              <a:rPr lang="en-US" altLang="ko-KR" dirty="0"/>
              <a:t> </a:t>
            </a:r>
            <a:r>
              <a:rPr lang="en-US" altLang="ko-KR" dirty="0" err="1"/>
              <a:t>네트워크로</a:t>
            </a:r>
            <a:r>
              <a:rPr lang="en-US" altLang="ko-KR" dirty="0"/>
              <a:t> </a:t>
            </a:r>
            <a:r>
              <a:rPr lang="en-US" altLang="ko-KR" dirty="0" err="1"/>
              <a:t>묶어</a:t>
            </a:r>
            <a:r>
              <a:rPr lang="en-US" altLang="ko-KR" dirty="0"/>
              <a:t> </a:t>
            </a:r>
            <a:r>
              <a:rPr lang="en-US" altLang="ko-KR" dirty="0" err="1"/>
              <a:t>거수자나</a:t>
            </a:r>
            <a:r>
              <a:rPr lang="en-US" altLang="ko-KR" dirty="0"/>
              <a:t> </a:t>
            </a:r>
            <a:r>
              <a:rPr lang="en-US" altLang="ko-KR" dirty="0" err="1"/>
              <a:t>무단</a:t>
            </a:r>
            <a:r>
              <a:rPr lang="en-US" altLang="ko-KR" dirty="0"/>
              <a:t> </a:t>
            </a:r>
            <a:r>
              <a:rPr lang="en-US" altLang="ko-KR" dirty="0" err="1"/>
              <a:t>침입자를</a:t>
            </a:r>
            <a:r>
              <a:rPr lang="en-US" altLang="ko-KR" dirty="0"/>
              <a:t> </a:t>
            </a:r>
            <a:r>
              <a:rPr lang="en-US" altLang="ko-KR" dirty="0" err="1"/>
              <a:t>자동으로</a:t>
            </a:r>
            <a:r>
              <a:rPr lang="en-US" altLang="ko-KR" dirty="0"/>
              <a:t> </a:t>
            </a:r>
            <a:r>
              <a:rPr lang="en-US" altLang="ko-KR" dirty="0" err="1"/>
              <a:t>감지</a:t>
            </a:r>
            <a:r>
              <a:rPr lang="en-US" altLang="ko-KR" dirty="0"/>
              <a:t>, </a:t>
            </a:r>
            <a:r>
              <a:rPr lang="en-US" altLang="ko-KR" dirty="0" err="1"/>
              <a:t>추적하는</a:t>
            </a:r>
            <a:r>
              <a:rPr lang="en-US" altLang="ko-KR" dirty="0"/>
              <a:t> </a:t>
            </a:r>
            <a:r>
              <a:rPr lang="en-US" altLang="ko-KR" dirty="0" err="1"/>
              <a:t>시스템</a:t>
            </a:r>
            <a:r>
              <a:rPr lang="en-US" altLang="ko-KR" dirty="0"/>
              <a:t> </a:t>
            </a:r>
            <a:r>
              <a:rPr lang="en-US" altLang="ko-KR" dirty="0" err="1"/>
              <a:t>개발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→</a:t>
            </a:r>
            <a:r>
              <a:rPr lang="ko-KR" altLang="en-US" dirty="0"/>
              <a:t> 공개된 보도자료들에 따르면 일부 자율 시스템이 시험 중 오작동</a:t>
            </a:r>
            <a:r>
              <a:rPr lang="en-US" altLang="ko-KR" dirty="0"/>
              <a:t>, </a:t>
            </a:r>
            <a:r>
              <a:rPr lang="ko-KR" altLang="en-US" dirty="0" err="1"/>
              <a:t>드론</a:t>
            </a:r>
            <a:r>
              <a:rPr lang="ko-KR" altLang="en-US" dirty="0"/>
              <a:t> 추락</a:t>
            </a:r>
            <a:r>
              <a:rPr lang="en-US" altLang="ko-KR" dirty="0"/>
              <a:t>, </a:t>
            </a:r>
            <a:r>
              <a:rPr lang="ko-KR" altLang="en-US" dirty="0"/>
              <a:t>목표 미 명중</a:t>
            </a:r>
            <a:r>
              <a:rPr lang="en-US" altLang="ko-KR" dirty="0"/>
              <a:t>, </a:t>
            </a:r>
            <a:r>
              <a:rPr lang="ko-KR" altLang="en-US" dirty="0" err="1"/>
              <a:t>무인정</a:t>
            </a:r>
            <a:r>
              <a:rPr lang="ko-KR" altLang="en-US" dirty="0"/>
              <a:t> 실패 </a:t>
            </a:r>
            <a:endParaRPr lang="en-US" altLang="ko-KR" dirty="0" smtClean="0"/>
          </a:p>
          <a:p>
            <a:r>
              <a:rPr lang="ko-KR" altLang="en-US" dirty="0" smtClean="0"/>
              <a:t>등의 </a:t>
            </a:r>
            <a:r>
              <a:rPr lang="ko-KR" altLang="en-US" dirty="0"/>
              <a:t>문제를 겪었다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 smtClean="0"/>
          </a:p>
          <a:p>
            <a:pPr fontAlgn="base"/>
            <a:r>
              <a:rPr lang="en-US" altLang="ko-KR" dirty="0"/>
              <a:t>03. </a:t>
            </a:r>
            <a:r>
              <a:rPr lang="ko-KR" altLang="en-US" dirty="0" err="1"/>
              <a:t>브리프</a:t>
            </a:r>
            <a:r>
              <a:rPr lang="ko-KR" altLang="en-US" dirty="0"/>
              <a:t> </a:t>
            </a:r>
            <a:r>
              <a:rPr lang="ko-KR" altLang="en-US" dirty="0" smtClean="0"/>
              <a:t>캠 </a:t>
            </a:r>
            <a:r>
              <a:rPr lang="en-US" altLang="ko-KR" dirty="0" smtClean="0"/>
              <a:t>(</a:t>
            </a:r>
            <a:r>
              <a:rPr lang="en-US" altLang="ko-KR" dirty="0" err="1"/>
              <a:t>BriefCam</a:t>
            </a:r>
            <a:r>
              <a:rPr lang="en-US" altLang="ko-KR" dirty="0"/>
              <a:t>, </a:t>
            </a:r>
            <a:r>
              <a:rPr lang="ko-KR" altLang="en-US" dirty="0"/>
              <a:t>이스라엘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en-US" altLang="ko-KR" dirty="0" smtClean="0"/>
              <a:t>: </a:t>
            </a:r>
            <a:r>
              <a:rPr lang="en-US" altLang="ko-KR" dirty="0"/>
              <a:t>AI </a:t>
            </a:r>
            <a:r>
              <a:rPr lang="en-US" altLang="ko-KR" dirty="0" err="1"/>
              <a:t>기반</a:t>
            </a:r>
            <a:r>
              <a:rPr lang="en-US" altLang="ko-KR" dirty="0"/>
              <a:t> </a:t>
            </a:r>
            <a:r>
              <a:rPr lang="en-US" altLang="ko-KR" dirty="0" err="1"/>
              <a:t>영상</a:t>
            </a:r>
            <a:r>
              <a:rPr lang="en-US" altLang="ko-KR" dirty="0"/>
              <a:t> </a:t>
            </a:r>
            <a:r>
              <a:rPr lang="en-US" altLang="ko-KR" dirty="0" err="1"/>
              <a:t>분석</a:t>
            </a:r>
            <a:r>
              <a:rPr lang="en-US" altLang="ko-KR" dirty="0"/>
              <a:t> </a:t>
            </a:r>
            <a:r>
              <a:rPr lang="en-US" altLang="ko-KR" dirty="0" err="1"/>
              <a:t>플랫폼으로</a:t>
            </a:r>
            <a:r>
              <a:rPr lang="en-US" altLang="ko-KR" dirty="0"/>
              <a:t>, </a:t>
            </a:r>
            <a:r>
              <a:rPr lang="en-US" altLang="ko-KR" dirty="0" err="1"/>
              <a:t>경찰·공항·도시</a:t>
            </a:r>
            <a:r>
              <a:rPr lang="en-US" altLang="ko-KR" dirty="0"/>
              <a:t> </a:t>
            </a:r>
            <a:r>
              <a:rPr lang="en-US" altLang="ko-KR" dirty="0" err="1"/>
              <a:t>관제센터</a:t>
            </a:r>
            <a:r>
              <a:rPr lang="en-US" altLang="ko-KR" dirty="0"/>
              <a:t> </a:t>
            </a:r>
            <a:r>
              <a:rPr lang="en-US" altLang="ko-KR" dirty="0" err="1"/>
              <a:t>등에서</a:t>
            </a:r>
            <a:r>
              <a:rPr lang="en-US" altLang="ko-KR" dirty="0"/>
              <a:t> </a:t>
            </a:r>
            <a:r>
              <a:rPr lang="en-US" altLang="ko-KR" dirty="0" err="1"/>
              <a:t>활용되는</a:t>
            </a:r>
            <a:r>
              <a:rPr lang="en-US" altLang="ko-KR" dirty="0"/>
              <a:t> </a:t>
            </a:r>
            <a:r>
              <a:rPr lang="en-US" altLang="ko-KR" dirty="0" err="1"/>
              <a:t>대표적인</a:t>
            </a:r>
            <a:r>
              <a:rPr lang="en-US" altLang="ko-KR" dirty="0"/>
              <a:t> </a:t>
            </a:r>
            <a:r>
              <a:rPr lang="en-US" altLang="ko-KR" dirty="0" err="1"/>
              <a:t>스마트</a:t>
            </a:r>
            <a:r>
              <a:rPr lang="en-US" altLang="ko-KR" dirty="0"/>
              <a:t> </a:t>
            </a:r>
            <a:r>
              <a:rPr lang="en-US" altLang="ko-KR" dirty="0" err="1"/>
              <a:t>관제</a:t>
            </a:r>
            <a:r>
              <a:rPr lang="en-US" altLang="ko-KR" dirty="0"/>
              <a:t> </a:t>
            </a:r>
            <a:r>
              <a:rPr lang="en-US" altLang="ko-KR" dirty="0" err="1"/>
              <a:t>시스템</a:t>
            </a:r>
            <a:endParaRPr lang="en-US" altLang="ko-KR" dirty="0"/>
          </a:p>
          <a:p>
            <a:r>
              <a:rPr lang="ko-KR" altLang="en-US" b="1" dirty="0"/>
              <a:t>→</a:t>
            </a:r>
            <a:r>
              <a:rPr lang="ko-KR" altLang="en-US" dirty="0"/>
              <a:t> </a:t>
            </a:r>
            <a:r>
              <a:rPr lang="en-US" altLang="ko-KR" dirty="0" err="1"/>
              <a:t>BriefCam</a:t>
            </a:r>
            <a:r>
              <a:rPr lang="ko-KR" altLang="en-US" dirty="0"/>
              <a:t>은 주로 고정형 </a:t>
            </a:r>
            <a:r>
              <a:rPr lang="en-US" altLang="ko-KR" dirty="0"/>
              <a:t>CCTV </a:t>
            </a:r>
            <a:r>
              <a:rPr lang="ko-KR" altLang="en-US" dirty="0"/>
              <a:t>환경을 기반으로 설계되어 있기 때문에 대상이 </a:t>
            </a:r>
            <a:r>
              <a:rPr lang="en-US" altLang="ko-KR" dirty="0"/>
              <a:t>CCTV </a:t>
            </a:r>
            <a:r>
              <a:rPr lang="ko-KR" altLang="en-US" dirty="0"/>
              <a:t>사각지대로 이동할 </a:t>
            </a:r>
            <a:endParaRPr lang="en-US" altLang="ko-KR" dirty="0" smtClean="0"/>
          </a:p>
          <a:p>
            <a:r>
              <a:rPr lang="ko-KR" altLang="en-US" dirty="0" smtClean="0"/>
              <a:t>경우 </a:t>
            </a:r>
            <a:r>
              <a:rPr lang="ko-KR" altLang="en-US" dirty="0"/>
              <a:t>추적이 중단될 가능성이 존재한다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 smtClean="0"/>
          </a:p>
          <a:p>
            <a:endParaRPr lang="en-US" altLang="ko-KR" dirty="0"/>
          </a:p>
          <a:p>
            <a:pPr fontAlgn="base"/>
            <a:r>
              <a:rPr lang="ko-KR" altLang="en-US" dirty="0"/>
              <a:t>기존의 서비스들은 사유지 혹은 </a:t>
            </a:r>
            <a:r>
              <a:rPr lang="ko-KR" altLang="en-US" dirty="0" err="1"/>
              <a:t>회사시설</a:t>
            </a:r>
            <a:r>
              <a:rPr lang="ko-KR" altLang="en-US" dirty="0"/>
              <a:t> 내외를 범위로 두고 탐색을 진행하여 재산을 지키기 위해 </a:t>
            </a:r>
            <a:endParaRPr lang="en-US" altLang="ko-KR" dirty="0" smtClean="0"/>
          </a:p>
          <a:p>
            <a:pPr fontAlgn="base"/>
            <a:r>
              <a:rPr lang="ko-KR" altLang="en-US" dirty="0" smtClean="0"/>
              <a:t>사용되는 </a:t>
            </a:r>
            <a:r>
              <a:rPr lang="ko-KR" altLang="en-US" dirty="0"/>
              <a:t>경우가 많으며</a:t>
            </a:r>
            <a:r>
              <a:rPr lang="en-US" altLang="ko-KR" dirty="0"/>
              <a:t>, </a:t>
            </a:r>
            <a:r>
              <a:rPr lang="ko-KR" altLang="en-US" dirty="0"/>
              <a:t>공공기관과 연계되어 범죄자 등을 적극적으로 탐색하거나 실종자 수색 등 </a:t>
            </a:r>
            <a:endParaRPr lang="en-US" altLang="ko-KR" dirty="0" smtClean="0"/>
          </a:p>
          <a:p>
            <a:pPr fontAlgn="base"/>
            <a:r>
              <a:rPr lang="ko-KR" altLang="en-US" dirty="0" smtClean="0"/>
              <a:t>시민들의 </a:t>
            </a:r>
            <a:r>
              <a:rPr lang="ko-KR" altLang="en-US" dirty="0"/>
              <a:t>안전 확보에 관해서는 다소 소홀한 면이 있다</a:t>
            </a:r>
            <a:r>
              <a:rPr lang="en-US" altLang="ko-KR" dirty="0"/>
              <a:t>. </a:t>
            </a:r>
          </a:p>
          <a:p>
            <a:pPr fontAlgn="base"/>
            <a:r>
              <a:rPr lang="ko-KR" altLang="en-US" dirty="0"/>
              <a:t>이에 본 프로젝트는 고정된 지역의 보안을 강화하는 것보다 지역 내 거주민들의 안전을 </a:t>
            </a:r>
            <a:r>
              <a:rPr lang="ko-KR" altLang="en-US" dirty="0" err="1"/>
              <a:t>확보하는데에</a:t>
            </a:r>
            <a:r>
              <a:rPr lang="ko-KR" altLang="en-US" dirty="0"/>
              <a:t> </a:t>
            </a:r>
            <a:endParaRPr lang="en-US" altLang="ko-KR" dirty="0" smtClean="0"/>
          </a:p>
          <a:p>
            <a:pPr fontAlgn="base"/>
            <a:r>
              <a:rPr lang="ko-KR" altLang="en-US" dirty="0" smtClean="0"/>
              <a:t>초점을 </a:t>
            </a:r>
            <a:r>
              <a:rPr lang="ko-KR" altLang="en-US" dirty="0"/>
              <a:t>맞춰 진행될 필요가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7482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253</Words>
  <Application>Microsoft Office PowerPoint</Application>
  <PresentationFormat>와이드스크린</PresentationFormat>
  <Paragraphs>29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2</cp:revision>
  <dcterms:created xsi:type="dcterms:W3CDTF">2026-06-24T07:32:33Z</dcterms:created>
  <dcterms:modified xsi:type="dcterms:W3CDTF">2026-06-24T08:29:49Z</dcterms:modified>
</cp:coreProperties>
</file>